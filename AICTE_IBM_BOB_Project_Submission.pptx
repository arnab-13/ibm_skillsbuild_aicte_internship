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90" r:id="rId2"/>
    <p:sldId id="291" r:id="rId3"/>
    <p:sldId id="292" r:id="rId4"/>
    <p:sldId id="293" r:id="rId5"/>
    <p:sldId id="294" r:id="rId6"/>
    <p:sldId id="295" r:id="rId7"/>
    <p:sldId id="296" r:id="rId8"/>
    <p:sldId id="297" r:id="rId9"/>
    <p:sldId id="298" r:id="rId10"/>
    <p:sldId id="299" r:id="rId11"/>
    <p:sldId id="300" r:id="rId12"/>
    <p:sldId id="301" r:id="rId13"/>
    <p:sldId id="302" r:id="rId14"/>
    <p:sldId id="303" r:id="rId15"/>
    <p:sldId id="304" r:id="rId16"/>
    <p:sldId id="305" r:id="rId17"/>
    <p:sldId id="306" r:id="rId18"/>
    <p:sldId id="307" r:id="rId19"/>
    <p:sldId id="308" r:id="rId20"/>
    <p:sldId id="309"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97DED7-87E9-8FFE-C42B-07F44890EE69}" v="36" dt="2026-07-14T12:42:56.73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780"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Shrivastava" userId="S::ashrivastava@edunetfoundation.org::c21995ab-fa37-4cde-b5a3-dec0fb9e9a10" providerId="AD" clId="Web-{088AD18C-7811-B1E2-9ED5-57A1A5542DF6}"/>
    <pc:docChg chg="addSld delSld modSld sldOrd">
      <pc:chgData name="Aman Shrivastava" userId="S::ashrivastava@edunetfoundation.org::c21995ab-fa37-4cde-b5a3-dec0fb9e9a10" providerId="AD" clId="Web-{088AD18C-7811-B1E2-9ED5-57A1A5542DF6}" dt="2026-06-19T06:28:44.546" v="262"/>
      <pc:docMkLst>
        <pc:docMk/>
      </pc:docMkLst>
      <pc:sldChg chg="addSp delSp modSp">
        <pc:chgData name="Aman Shrivastava" userId="S::ashrivastava@edunetfoundation.org::c21995ab-fa37-4cde-b5a3-dec0fb9e9a10" providerId="AD" clId="Web-{088AD18C-7811-B1E2-9ED5-57A1A5542DF6}" dt="2026-06-19T06:24:33.481" v="246"/>
        <pc:sldMkLst>
          <pc:docMk/>
          <pc:sldMk cId="0" sldId="257"/>
        </pc:sldMkLst>
        <pc:spChg chg="add mod">
          <ac:chgData name="Aman Shrivastava" userId="S::ashrivastava@edunetfoundation.org::c21995ab-fa37-4cde-b5a3-dec0fb9e9a10" providerId="AD" clId="Web-{088AD18C-7811-B1E2-9ED5-57A1A5542DF6}" dt="2026-06-19T06:23:34.731" v="211" actId="20577"/>
          <ac:spMkLst>
            <pc:docMk/>
            <pc:sldMk cId="0" sldId="257"/>
            <ac:spMk id="3" creationId="{B0B023FA-CFEB-ACE9-8425-7E72E307CDC5}"/>
          </ac:spMkLst>
        </pc:spChg>
      </pc:sldChg>
      <pc:sldChg chg="addSp delSp modSp">
        <pc:chgData name="Aman Shrivastava" userId="S::ashrivastava@edunetfoundation.org::c21995ab-fa37-4cde-b5a3-dec0fb9e9a10" providerId="AD" clId="Web-{088AD18C-7811-B1E2-9ED5-57A1A5542DF6}" dt="2026-06-19T06:15:34.945" v="78" actId="1076"/>
        <pc:sldMkLst>
          <pc:docMk/>
          <pc:sldMk cId="0" sldId="262"/>
        </pc:sldMkLst>
        <pc:picChg chg="add mod">
          <ac:chgData name="Aman Shrivastava" userId="S::ashrivastava@edunetfoundation.org::c21995ab-fa37-4cde-b5a3-dec0fb9e9a10" providerId="AD" clId="Web-{088AD18C-7811-B1E2-9ED5-57A1A5542DF6}" dt="2026-06-19T06:15:34.945" v="78" actId="1076"/>
          <ac:picMkLst>
            <pc:docMk/>
            <pc:sldMk cId="0" sldId="262"/>
            <ac:picMk id="3" creationId="{81932CE2-F219-0CA8-0102-55B8C682B8A2}"/>
          </ac:picMkLst>
        </pc:picChg>
      </pc:sldChg>
      <pc:sldChg chg="addSp delSp modSp">
        <pc:chgData name="Aman Shrivastava" userId="S::ashrivastava@edunetfoundation.org::c21995ab-fa37-4cde-b5a3-dec0fb9e9a10" providerId="AD" clId="Web-{088AD18C-7811-B1E2-9ED5-57A1A5542DF6}" dt="2026-06-19T06:25:36.169" v="257" actId="20577"/>
        <pc:sldMkLst>
          <pc:docMk/>
          <pc:sldMk cId="2115484872" sldId="277"/>
        </pc:sldMkLst>
        <pc:spChg chg="add mod">
          <ac:chgData name="Aman Shrivastava" userId="S::ashrivastava@edunetfoundation.org::c21995ab-fa37-4cde-b5a3-dec0fb9e9a10" providerId="AD" clId="Web-{088AD18C-7811-B1E2-9ED5-57A1A5542DF6}" dt="2026-06-19T06:25:32.075" v="255" actId="20577"/>
          <ac:spMkLst>
            <pc:docMk/>
            <pc:sldMk cId="2115484872" sldId="277"/>
            <ac:spMk id="14" creationId="{7B8E599E-5B1D-59CD-4F1D-CEF8D0CA327B}"/>
          </ac:spMkLst>
        </pc:spChg>
        <pc:spChg chg="add mod">
          <ac:chgData name="Aman Shrivastava" userId="S::ashrivastava@edunetfoundation.org::c21995ab-fa37-4cde-b5a3-dec0fb9e9a10" providerId="AD" clId="Web-{088AD18C-7811-B1E2-9ED5-57A1A5542DF6}" dt="2026-06-19T06:25:36.169" v="257" actId="20577"/>
          <ac:spMkLst>
            <pc:docMk/>
            <pc:sldMk cId="2115484872" sldId="277"/>
            <ac:spMk id="15" creationId="{B22EA981-5113-2D05-C1A2-169306E1D47C}"/>
          </ac:spMkLst>
        </pc:spChg>
        <pc:picChg chg="add mod">
          <ac:chgData name="Aman Shrivastava" userId="S::ashrivastava@edunetfoundation.org::c21995ab-fa37-4cde-b5a3-dec0fb9e9a10" providerId="AD" clId="Web-{088AD18C-7811-B1E2-9ED5-57A1A5542DF6}" dt="2026-06-19T06:25:26.403" v="253" actId="1076"/>
          <ac:picMkLst>
            <pc:docMk/>
            <pc:sldMk cId="2115484872" sldId="277"/>
            <ac:picMk id="12" creationId="{3E29AF1D-88C4-87E5-74DF-4E97121E06CE}"/>
          </ac:picMkLst>
        </pc:picChg>
        <pc:picChg chg="add mod">
          <ac:chgData name="Aman Shrivastava" userId="S::ashrivastava@edunetfoundation.org::c21995ab-fa37-4cde-b5a3-dec0fb9e9a10" providerId="AD" clId="Web-{088AD18C-7811-B1E2-9ED5-57A1A5542DF6}" dt="2026-06-19T06:25:26.403" v="254" actId="1076"/>
          <ac:picMkLst>
            <pc:docMk/>
            <pc:sldMk cId="2115484872" sldId="277"/>
            <ac:picMk id="13" creationId="{C81444F5-0692-DD67-1759-70821E53B029}"/>
          </ac:picMkLst>
        </pc:picChg>
      </pc:sldChg>
      <pc:sldChg chg="addSp delSp modSp add del ord">
        <pc:chgData name="Aman Shrivastava" userId="S::ashrivastava@edunetfoundation.org::c21995ab-fa37-4cde-b5a3-dec0fb9e9a10" providerId="AD" clId="Web-{088AD18C-7811-B1E2-9ED5-57A1A5542DF6}" dt="2026-06-19T06:28:44.546" v="262"/>
        <pc:sldMkLst>
          <pc:docMk/>
          <pc:sldMk cId="3764405840" sldId="278"/>
        </pc:sldMkLst>
        <pc:spChg chg="add del mod">
          <ac:chgData name="Aman Shrivastava" userId="S::ashrivastava@edunetfoundation.org::c21995ab-fa37-4cde-b5a3-dec0fb9e9a10" providerId="AD" clId="Web-{088AD18C-7811-B1E2-9ED5-57A1A5542DF6}" dt="2026-06-19T06:06:19.065" v="68" actId="20577"/>
          <ac:spMkLst>
            <pc:docMk/>
            <pc:sldMk cId="3764405840" sldId="278"/>
            <ac:spMk id="2" creationId="{151FBD4A-3273-E454-091D-D5B0678FC299}"/>
          </ac:spMkLst>
        </pc:spChg>
      </pc:sldChg>
      <pc:sldChg chg="addSp delSp modSp">
        <pc:chgData name="Aman Shrivastava" userId="S::ashrivastava@edunetfoundation.org::c21995ab-fa37-4cde-b5a3-dec0fb9e9a10" providerId="AD" clId="Web-{088AD18C-7811-B1E2-9ED5-57A1A5542DF6}" dt="2026-06-19T06:11:15.349" v="75" actId="1076"/>
        <pc:sldMkLst>
          <pc:docMk/>
          <pc:sldMk cId="2772501912" sldId="279"/>
        </pc:sldMkLst>
        <pc:picChg chg="add mod">
          <ac:chgData name="Aman Shrivastava" userId="S::ashrivastava@edunetfoundation.org::c21995ab-fa37-4cde-b5a3-dec0fb9e9a10" providerId="AD" clId="Web-{088AD18C-7811-B1E2-9ED5-57A1A5542DF6}" dt="2026-06-19T06:11:15.349" v="75" actId="1076"/>
          <ac:picMkLst>
            <pc:docMk/>
            <pc:sldMk cId="2772501912" sldId="279"/>
            <ac:picMk id="4" creationId="{C597681A-DF93-B190-DD21-CBAEDA4E3CBF}"/>
          </ac:picMkLst>
        </pc:picChg>
      </pc:sldChg>
      <pc:sldChg chg="addSp delSp ord">
        <pc:chgData name="Aman Shrivastava" userId="S::ashrivastava@edunetfoundation.org::c21995ab-fa37-4cde-b5a3-dec0fb9e9a10" providerId="AD" clId="Web-{088AD18C-7811-B1E2-9ED5-57A1A5542DF6}" dt="2026-06-19T06:27:30.076" v="259"/>
        <pc:sldMkLst>
          <pc:docMk/>
          <pc:sldMk cId="2605851928" sldId="287"/>
        </pc:sldMkLst>
      </pc:sldChg>
      <pc:sldChg chg="addSp delSp modSp new">
        <pc:chgData name="Aman Shrivastava" userId="S::ashrivastava@edunetfoundation.org::c21995ab-fa37-4cde-b5a3-dec0fb9e9a10" providerId="AD" clId="Web-{088AD18C-7811-B1E2-9ED5-57A1A5542DF6}" dt="2026-06-19T05:49:31.148" v="36" actId="20577"/>
        <pc:sldMkLst>
          <pc:docMk/>
          <pc:sldMk cId="1229047658" sldId="288"/>
        </pc:sldMkLst>
        <pc:spChg chg="add mod">
          <ac:chgData name="Aman Shrivastava" userId="S::ashrivastava@edunetfoundation.org::c21995ab-fa37-4cde-b5a3-dec0fb9e9a10" providerId="AD" clId="Web-{088AD18C-7811-B1E2-9ED5-57A1A5542DF6}" dt="2026-06-19T05:49:31.148" v="36" actId="20577"/>
          <ac:spMkLst>
            <pc:docMk/>
            <pc:sldMk cId="1229047658" sldId="288"/>
            <ac:spMk id="6" creationId="{3F1C7BCA-5DD7-F4D3-A937-D1C56976DA01}"/>
          </ac:spMkLst>
        </pc:spChg>
      </pc:sldChg>
    </pc:docChg>
  </pc:docChgLst>
  <pc:docChgLst>
    <pc:chgData name="Aman Shrivastava" userId="S::ashrivastava@edunetfoundation.org::c21995ab-fa37-4cde-b5a3-dec0fb9e9a10" providerId="AD" clId="Web-{E27D249D-B118-0810-7731-E1B1C378D9D3}"/>
    <pc:docChg chg="modSld">
      <pc:chgData name="Aman Shrivastava" userId="S::ashrivastava@edunetfoundation.org::c21995ab-fa37-4cde-b5a3-dec0fb9e9a10" providerId="AD" clId="Web-{E27D249D-B118-0810-7731-E1B1C378D9D3}" dt="2026-06-19T09:09:54.163" v="1" actId="20577"/>
      <pc:docMkLst>
        <pc:docMk/>
      </pc:docMkLst>
      <pc:sldChg chg="modSp">
        <pc:chgData name="Aman Shrivastava" userId="S::ashrivastava@edunetfoundation.org::c21995ab-fa37-4cde-b5a3-dec0fb9e9a10" providerId="AD" clId="Web-{E27D249D-B118-0810-7731-E1B1C378D9D3}" dt="2026-06-19T09:09:54.163" v="1" actId="20577"/>
        <pc:sldMkLst>
          <pc:docMk/>
          <pc:sldMk cId="3764405840" sldId="278"/>
        </pc:sldMkLst>
        <pc:spChg chg="mod">
          <ac:chgData name="Aman Shrivastava" userId="S::ashrivastava@edunetfoundation.org::c21995ab-fa37-4cde-b5a3-dec0fb9e9a10" providerId="AD" clId="Web-{E27D249D-B118-0810-7731-E1B1C378D9D3}" dt="2026-06-19T09:09:54.163" v="1" actId="20577"/>
          <ac:spMkLst>
            <pc:docMk/>
            <pc:sldMk cId="3764405840" sldId="278"/>
            <ac:spMk id="3" creationId="{4A7608B5-9906-EFCF-959A-E89FC2E3EE19}"/>
          </ac:spMkLst>
        </pc:spChg>
      </pc:sldChg>
    </pc:docChg>
  </pc:docChgLst>
  <pc:docChgLst>
    <pc:chgData name="Bhupesh Vyankat Ther" userId="S::bvther@edunetfoundation.org::3dcf1697-dd97-45f9-859f-b5bba4487417" providerId="AD" clId="Web-{9DDCDCB8-E336-06C9-9BC1-C212CD122CD0}"/>
    <pc:docChg chg="modSld">
      <pc:chgData name="Bhupesh Vyankat Ther" userId="S::bvther@edunetfoundation.org::3dcf1697-dd97-45f9-859f-b5bba4487417" providerId="AD" clId="Web-{9DDCDCB8-E336-06C9-9BC1-C212CD122CD0}" dt="2026-06-23T04:41:50.196" v="0" actId="1076"/>
      <pc:docMkLst>
        <pc:docMk/>
      </pc:docMkLst>
      <pc:sldChg chg="modSp">
        <pc:chgData name="Bhupesh Vyankat Ther" userId="S::bvther@edunetfoundation.org::3dcf1697-dd97-45f9-859f-b5bba4487417" providerId="AD" clId="Web-{9DDCDCB8-E336-06C9-9BC1-C212CD122CD0}" dt="2026-06-23T04:41:50.196" v="0" actId="1076"/>
        <pc:sldMkLst>
          <pc:docMk/>
          <pc:sldMk cId="1229047658" sldId="288"/>
        </pc:sldMkLst>
        <pc:picChg chg="mod">
          <ac:chgData name="Bhupesh Vyankat Ther" userId="S::bvther@edunetfoundation.org::3dcf1697-dd97-45f9-859f-b5bba4487417" providerId="AD" clId="Web-{9DDCDCB8-E336-06C9-9BC1-C212CD122CD0}" dt="2026-06-23T04:41:50.196" v="0" actId="1076"/>
          <ac:picMkLst>
            <pc:docMk/>
            <pc:sldMk cId="1229047658" sldId="288"/>
            <ac:picMk id="4" creationId="{A037CFD0-B7FF-D9BE-3433-88E5844EF332}"/>
          </ac:picMkLst>
        </pc:picChg>
      </pc:sldChg>
    </pc:docChg>
  </pc:docChgLst>
  <pc:docChgLst>
    <pc:chgData name="Aswini Kumar Motapothula" userId="S::aswinikumar@edunetfoundation.org::8849ae8d-bc89-4217-899c-9440ffcae5bb" providerId="AD" clId="Web-{5597DED7-87E9-8FFE-C42B-07F44890EE69}"/>
    <pc:docChg chg="addSld delSld">
      <pc:chgData name="Aswini Kumar Motapothula" userId="S::aswinikumar@edunetfoundation.org::8849ae8d-bc89-4217-899c-9440ffcae5bb" providerId="AD" clId="Web-{5597DED7-87E9-8FFE-C42B-07F44890EE69}" dt="2026-07-14T12:42:56.737" v="35"/>
      <pc:docMkLst>
        <pc:docMk/>
      </pc:docMkLst>
      <pc:sldChg chg="del">
        <pc:chgData name="Aswini Kumar Motapothula" userId="S::aswinikumar@edunetfoundation.org::8849ae8d-bc89-4217-899c-9440ffcae5bb" providerId="AD" clId="Web-{5597DED7-87E9-8FFE-C42B-07F44890EE69}" dt="2026-07-14T12:42:56.737" v="35"/>
        <pc:sldMkLst>
          <pc:docMk/>
          <pc:sldMk cId="0" sldId="257"/>
        </pc:sldMkLst>
      </pc:sldChg>
      <pc:sldChg chg="del">
        <pc:chgData name="Aswini Kumar Motapothula" userId="S::aswinikumar@edunetfoundation.org::8849ae8d-bc89-4217-899c-9440ffcae5bb" providerId="AD" clId="Web-{5597DED7-87E9-8FFE-C42B-07F44890EE69}" dt="2026-07-14T12:42:56.737" v="29"/>
        <pc:sldMkLst>
          <pc:docMk/>
          <pc:sldMk cId="0" sldId="262"/>
        </pc:sldMkLst>
      </pc:sldChg>
      <pc:sldChg chg="del">
        <pc:chgData name="Aswini Kumar Motapothula" userId="S::aswinikumar@edunetfoundation.org::8849ae8d-bc89-4217-899c-9440ffcae5bb" providerId="AD" clId="Web-{5597DED7-87E9-8FFE-C42B-07F44890EE69}" dt="2026-07-14T12:42:56.737" v="28"/>
        <pc:sldMkLst>
          <pc:docMk/>
          <pc:sldMk cId="0" sldId="264"/>
        </pc:sldMkLst>
      </pc:sldChg>
      <pc:sldChg chg="del">
        <pc:chgData name="Aswini Kumar Motapothula" userId="S::aswinikumar@edunetfoundation.org::8849ae8d-bc89-4217-899c-9440ffcae5bb" providerId="AD" clId="Web-{5597DED7-87E9-8FFE-C42B-07F44890EE69}" dt="2026-07-14T12:42:56.721" v="21"/>
        <pc:sldMkLst>
          <pc:docMk/>
          <pc:sldMk cId="0" sldId="276"/>
        </pc:sldMkLst>
      </pc:sldChg>
      <pc:sldChg chg="del">
        <pc:chgData name="Aswini Kumar Motapothula" userId="S::aswinikumar@edunetfoundation.org::8849ae8d-bc89-4217-899c-9440ffcae5bb" providerId="AD" clId="Web-{5597DED7-87E9-8FFE-C42B-07F44890EE69}" dt="2026-07-14T12:42:56.737" v="27"/>
        <pc:sldMkLst>
          <pc:docMk/>
          <pc:sldMk cId="2115484872" sldId="277"/>
        </pc:sldMkLst>
      </pc:sldChg>
      <pc:sldChg chg="del">
        <pc:chgData name="Aswini Kumar Motapothula" userId="S::aswinikumar@edunetfoundation.org::8849ae8d-bc89-4217-899c-9440ffcae5bb" providerId="AD" clId="Web-{5597DED7-87E9-8FFE-C42B-07F44890EE69}" dt="2026-07-14T12:42:56.737" v="32"/>
        <pc:sldMkLst>
          <pc:docMk/>
          <pc:sldMk cId="3764405840" sldId="278"/>
        </pc:sldMkLst>
      </pc:sldChg>
      <pc:sldChg chg="del">
        <pc:chgData name="Aswini Kumar Motapothula" userId="S::aswinikumar@edunetfoundation.org::8849ae8d-bc89-4217-899c-9440ffcae5bb" providerId="AD" clId="Web-{5597DED7-87E9-8FFE-C42B-07F44890EE69}" dt="2026-07-14T12:42:56.737" v="30"/>
        <pc:sldMkLst>
          <pc:docMk/>
          <pc:sldMk cId="2772501912" sldId="279"/>
        </pc:sldMkLst>
      </pc:sldChg>
      <pc:sldChg chg="del">
        <pc:chgData name="Aswini Kumar Motapothula" userId="S::aswinikumar@edunetfoundation.org::8849ae8d-bc89-4217-899c-9440ffcae5bb" providerId="AD" clId="Web-{5597DED7-87E9-8FFE-C42B-07F44890EE69}" dt="2026-07-14T12:42:56.721" v="24"/>
        <pc:sldMkLst>
          <pc:docMk/>
          <pc:sldMk cId="2136706720" sldId="280"/>
        </pc:sldMkLst>
      </pc:sldChg>
      <pc:sldChg chg="del">
        <pc:chgData name="Aswini Kumar Motapothula" userId="S::aswinikumar@edunetfoundation.org::8849ae8d-bc89-4217-899c-9440ffcae5bb" providerId="AD" clId="Web-{5597DED7-87E9-8FFE-C42B-07F44890EE69}" dt="2026-07-14T12:42:56.737" v="31"/>
        <pc:sldMkLst>
          <pc:docMk/>
          <pc:sldMk cId="328526394" sldId="281"/>
        </pc:sldMkLst>
      </pc:sldChg>
      <pc:sldChg chg="del">
        <pc:chgData name="Aswini Kumar Motapothula" userId="S::aswinikumar@edunetfoundation.org::8849ae8d-bc89-4217-899c-9440ffcae5bb" providerId="AD" clId="Web-{5597DED7-87E9-8FFE-C42B-07F44890EE69}" dt="2026-07-14T12:42:56.737" v="34"/>
        <pc:sldMkLst>
          <pc:docMk/>
          <pc:sldMk cId="2952584201" sldId="282"/>
        </pc:sldMkLst>
      </pc:sldChg>
      <pc:sldChg chg="del">
        <pc:chgData name="Aswini Kumar Motapothula" userId="S::aswinikumar@edunetfoundation.org::8849ae8d-bc89-4217-899c-9440ffcae5bb" providerId="AD" clId="Web-{5597DED7-87E9-8FFE-C42B-07F44890EE69}" dt="2026-07-14T12:42:42.455" v="20"/>
        <pc:sldMkLst>
          <pc:docMk/>
          <pc:sldMk cId="957564641" sldId="283"/>
        </pc:sldMkLst>
      </pc:sldChg>
      <pc:sldChg chg="del">
        <pc:chgData name="Aswini Kumar Motapothula" userId="S::aswinikumar@edunetfoundation.org::8849ae8d-bc89-4217-899c-9440ffcae5bb" providerId="AD" clId="Web-{5597DED7-87E9-8FFE-C42B-07F44890EE69}" dt="2026-07-14T12:42:56.737" v="33"/>
        <pc:sldMkLst>
          <pc:docMk/>
          <pc:sldMk cId="2290294991" sldId="285"/>
        </pc:sldMkLst>
      </pc:sldChg>
      <pc:sldChg chg="del">
        <pc:chgData name="Aswini Kumar Motapothula" userId="S::aswinikumar@edunetfoundation.org::8849ae8d-bc89-4217-899c-9440ffcae5bb" providerId="AD" clId="Web-{5597DED7-87E9-8FFE-C42B-07F44890EE69}" dt="2026-07-14T12:42:56.737" v="26"/>
        <pc:sldMkLst>
          <pc:docMk/>
          <pc:sldMk cId="917964102" sldId="286"/>
        </pc:sldMkLst>
      </pc:sldChg>
      <pc:sldChg chg="del">
        <pc:chgData name="Aswini Kumar Motapothula" userId="S::aswinikumar@edunetfoundation.org::8849ae8d-bc89-4217-899c-9440ffcae5bb" providerId="AD" clId="Web-{5597DED7-87E9-8FFE-C42B-07F44890EE69}" dt="2026-07-14T12:42:56.721" v="25"/>
        <pc:sldMkLst>
          <pc:docMk/>
          <pc:sldMk cId="2605851928" sldId="287"/>
        </pc:sldMkLst>
      </pc:sldChg>
      <pc:sldChg chg="del">
        <pc:chgData name="Aswini Kumar Motapothula" userId="S::aswinikumar@edunetfoundation.org::8849ae8d-bc89-4217-899c-9440ffcae5bb" providerId="AD" clId="Web-{5597DED7-87E9-8FFE-C42B-07F44890EE69}" dt="2026-07-14T12:42:56.721" v="23"/>
        <pc:sldMkLst>
          <pc:docMk/>
          <pc:sldMk cId="1229047658" sldId="288"/>
        </pc:sldMkLst>
      </pc:sldChg>
      <pc:sldChg chg="del">
        <pc:chgData name="Aswini Kumar Motapothula" userId="S::aswinikumar@edunetfoundation.org::8849ae8d-bc89-4217-899c-9440ffcae5bb" providerId="AD" clId="Web-{5597DED7-87E9-8FFE-C42B-07F44890EE69}" dt="2026-07-14T12:42:56.721" v="22"/>
        <pc:sldMkLst>
          <pc:docMk/>
          <pc:sldMk cId="2506610743" sldId="289"/>
        </pc:sldMkLst>
      </pc:sldChg>
      <pc:sldChg chg="add">
        <pc:chgData name="Aswini Kumar Motapothula" userId="S::aswinikumar@edunetfoundation.org::8849ae8d-bc89-4217-899c-9440ffcae5bb" providerId="AD" clId="Web-{5597DED7-87E9-8FFE-C42B-07F44890EE69}" dt="2026-07-14T12:42:28.157" v="0"/>
        <pc:sldMkLst>
          <pc:docMk/>
          <pc:sldMk cId="3828559527" sldId="290"/>
        </pc:sldMkLst>
      </pc:sldChg>
      <pc:sldChg chg="add">
        <pc:chgData name="Aswini Kumar Motapothula" userId="S::aswinikumar@edunetfoundation.org::8849ae8d-bc89-4217-899c-9440ffcae5bb" providerId="AD" clId="Web-{5597DED7-87E9-8FFE-C42B-07F44890EE69}" dt="2026-07-14T12:42:28.204" v="1"/>
        <pc:sldMkLst>
          <pc:docMk/>
          <pc:sldMk cId="952317876" sldId="291"/>
        </pc:sldMkLst>
      </pc:sldChg>
      <pc:sldChg chg="add">
        <pc:chgData name="Aswini Kumar Motapothula" userId="S::aswinikumar@edunetfoundation.org::8849ae8d-bc89-4217-899c-9440ffcae5bb" providerId="AD" clId="Web-{5597DED7-87E9-8FFE-C42B-07F44890EE69}" dt="2026-07-14T12:42:28.266" v="2"/>
        <pc:sldMkLst>
          <pc:docMk/>
          <pc:sldMk cId="261653373" sldId="292"/>
        </pc:sldMkLst>
      </pc:sldChg>
      <pc:sldChg chg="add">
        <pc:chgData name="Aswini Kumar Motapothula" userId="S::aswinikumar@edunetfoundation.org::8849ae8d-bc89-4217-899c-9440ffcae5bb" providerId="AD" clId="Web-{5597DED7-87E9-8FFE-C42B-07F44890EE69}" dt="2026-07-14T12:42:28.313" v="3"/>
        <pc:sldMkLst>
          <pc:docMk/>
          <pc:sldMk cId="619459906" sldId="293"/>
        </pc:sldMkLst>
      </pc:sldChg>
      <pc:sldChg chg="add">
        <pc:chgData name="Aswini Kumar Motapothula" userId="S::aswinikumar@edunetfoundation.org::8849ae8d-bc89-4217-899c-9440ffcae5bb" providerId="AD" clId="Web-{5597DED7-87E9-8FFE-C42B-07F44890EE69}" dt="2026-07-14T12:42:28.360" v="4"/>
        <pc:sldMkLst>
          <pc:docMk/>
          <pc:sldMk cId="443603904" sldId="294"/>
        </pc:sldMkLst>
      </pc:sldChg>
      <pc:sldChg chg="add">
        <pc:chgData name="Aswini Kumar Motapothula" userId="S::aswinikumar@edunetfoundation.org::8849ae8d-bc89-4217-899c-9440ffcae5bb" providerId="AD" clId="Web-{5597DED7-87E9-8FFE-C42B-07F44890EE69}" dt="2026-07-14T12:42:28.563" v="5"/>
        <pc:sldMkLst>
          <pc:docMk/>
          <pc:sldMk cId="3114963633" sldId="295"/>
        </pc:sldMkLst>
      </pc:sldChg>
      <pc:sldChg chg="add">
        <pc:chgData name="Aswini Kumar Motapothula" userId="S::aswinikumar@edunetfoundation.org::8849ae8d-bc89-4217-899c-9440ffcae5bb" providerId="AD" clId="Web-{5597DED7-87E9-8FFE-C42B-07F44890EE69}" dt="2026-07-14T12:42:28.735" v="6"/>
        <pc:sldMkLst>
          <pc:docMk/>
          <pc:sldMk cId="1316545553" sldId="296"/>
        </pc:sldMkLst>
      </pc:sldChg>
      <pc:sldChg chg="add">
        <pc:chgData name="Aswini Kumar Motapothula" userId="S::aswinikumar@edunetfoundation.org::8849ae8d-bc89-4217-899c-9440ffcae5bb" providerId="AD" clId="Web-{5597DED7-87E9-8FFE-C42B-07F44890EE69}" dt="2026-07-14T12:42:28.923" v="7"/>
        <pc:sldMkLst>
          <pc:docMk/>
          <pc:sldMk cId="232371894" sldId="297"/>
        </pc:sldMkLst>
      </pc:sldChg>
      <pc:sldChg chg="add">
        <pc:chgData name="Aswini Kumar Motapothula" userId="S::aswinikumar@edunetfoundation.org::8849ae8d-bc89-4217-899c-9440ffcae5bb" providerId="AD" clId="Web-{5597DED7-87E9-8FFE-C42B-07F44890EE69}" dt="2026-07-14T12:42:29.094" v="8"/>
        <pc:sldMkLst>
          <pc:docMk/>
          <pc:sldMk cId="445195169" sldId="298"/>
        </pc:sldMkLst>
      </pc:sldChg>
      <pc:sldChg chg="add">
        <pc:chgData name="Aswini Kumar Motapothula" userId="S::aswinikumar@edunetfoundation.org::8849ae8d-bc89-4217-899c-9440ffcae5bb" providerId="AD" clId="Web-{5597DED7-87E9-8FFE-C42B-07F44890EE69}" dt="2026-07-14T12:42:29.235" v="9"/>
        <pc:sldMkLst>
          <pc:docMk/>
          <pc:sldMk cId="4000696967" sldId="299"/>
        </pc:sldMkLst>
      </pc:sldChg>
      <pc:sldChg chg="add">
        <pc:chgData name="Aswini Kumar Motapothula" userId="S::aswinikumar@edunetfoundation.org::8849ae8d-bc89-4217-899c-9440ffcae5bb" providerId="AD" clId="Web-{5597DED7-87E9-8FFE-C42B-07F44890EE69}" dt="2026-07-14T12:42:29.345" v="10"/>
        <pc:sldMkLst>
          <pc:docMk/>
          <pc:sldMk cId="893417001" sldId="300"/>
        </pc:sldMkLst>
      </pc:sldChg>
      <pc:sldChg chg="add">
        <pc:chgData name="Aswini Kumar Motapothula" userId="S::aswinikumar@edunetfoundation.org::8849ae8d-bc89-4217-899c-9440ffcae5bb" providerId="AD" clId="Web-{5597DED7-87E9-8FFE-C42B-07F44890EE69}" dt="2026-07-14T12:42:29.548" v="11"/>
        <pc:sldMkLst>
          <pc:docMk/>
          <pc:sldMk cId="1429961814" sldId="301"/>
        </pc:sldMkLst>
      </pc:sldChg>
      <pc:sldChg chg="add">
        <pc:chgData name="Aswini Kumar Motapothula" userId="S::aswinikumar@edunetfoundation.org::8849ae8d-bc89-4217-899c-9440ffcae5bb" providerId="AD" clId="Web-{5597DED7-87E9-8FFE-C42B-07F44890EE69}" dt="2026-07-14T12:42:29.704" v="12"/>
        <pc:sldMkLst>
          <pc:docMk/>
          <pc:sldMk cId="3585092305" sldId="302"/>
        </pc:sldMkLst>
      </pc:sldChg>
      <pc:sldChg chg="add">
        <pc:chgData name="Aswini Kumar Motapothula" userId="S::aswinikumar@edunetfoundation.org::8849ae8d-bc89-4217-899c-9440ffcae5bb" providerId="AD" clId="Web-{5597DED7-87E9-8FFE-C42B-07F44890EE69}" dt="2026-07-14T12:42:29.876" v="13"/>
        <pc:sldMkLst>
          <pc:docMk/>
          <pc:sldMk cId="2601907186" sldId="303"/>
        </pc:sldMkLst>
      </pc:sldChg>
      <pc:sldChg chg="add">
        <pc:chgData name="Aswini Kumar Motapothula" userId="S::aswinikumar@edunetfoundation.org::8849ae8d-bc89-4217-899c-9440ffcae5bb" providerId="AD" clId="Web-{5597DED7-87E9-8FFE-C42B-07F44890EE69}" dt="2026-07-14T12:42:29.938" v="14"/>
        <pc:sldMkLst>
          <pc:docMk/>
          <pc:sldMk cId="2325282270" sldId="304"/>
        </pc:sldMkLst>
      </pc:sldChg>
      <pc:sldChg chg="add">
        <pc:chgData name="Aswini Kumar Motapothula" userId="S::aswinikumar@edunetfoundation.org::8849ae8d-bc89-4217-899c-9440ffcae5bb" providerId="AD" clId="Web-{5597DED7-87E9-8FFE-C42B-07F44890EE69}" dt="2026-07-14T12:42:29.970" v="15"/>
        <pc:sldMkLst>
          <pc:docMk/>
          <pc:sldMk cId="4040412275" sldId="305"/>
        </pc:sldMkLst>
      </pc:sldChg>
      <pc:sldChg chg="add">
        <pc:chgData name="Aswini Kumar Motapothula" userId="S::aswinikumar@edunetfoundation.org::8849ae8d-bc89-4217-899c-9440ffcae5bb" providerId="AD" clId="Web-{5597DED7-87E9-8FFE-C42B-07F44890EE69}" dt="2026-07-14T12:42:30.016" v="16"/>
        <pc:sldMkLst>
          <pc:docMk/>
          <pc:sldMk cId="740028465" sldId="306"/>
        </pc:sldMkLst>
      </pc:sldChg>
      <pc:sldChg chg="add">
        <pc:chgData name="Aswini Kumar Motapothula" userId="S::aswinikumar@edunetfoundation.org::8849ae8d-bc89-4217-899c-9440ffcae5bb" providerId="AD" clId="Web-{5597DED7-87E9-8FFE-C42B-07F44890EE69}" dt="2026-07-14T12:42:30.157" v="17"/>
        <pc:sldMkLst>
          <pc:docMk/>
          <pc:sldMk cId="2833482715" sldId="307"/>
        </pc:sldMkLst>
      </pc:sldChg>
      <pc:sldChg chg="add">
        <pc:chgData name="Aswini Kumar Motapothula" userId="S::aswinikumar@edunetfoundation.org::8849ae8d-bc89-4217-899c-9440ffcae5bb" providerId="AD" clId="Web-{5597DED7-87E9-8FFE-C42B-07F44890EE69}" dt="2026-07-14T12:42:30.282" v="18"/>
        <pc:sldMkLst>
          <pc:docMk/>
          <pc:sldMk cId="4175177701" sldId="308"/>
        </pc:sldMkLst>
      </pc:sldChg>
      <pc:sldChg chg="add">
        <pc:chgData name="Aswini Kumar Motapothula" userId="S::aswinikumar@edunetfoundation.org::8849ae8d-bc89-4217-899c-9440ffcae5bb" providerId="AD" clId="Web-{5597DED7-87E9-8FFE-C42B-07F44890EE69}" dt="2026-07-14T12:42:30.391" v="19"/>
        <pc:sldMkLst>
          <pc:docMk/>
          <pc:sldMk cId="1440137342" sldId="309"/>
        </pc:sldMkLst>
      </pc:sldChg>
    </pc:docChg>
  </pc:docChgLst>
  <pc:docChgLst>
    <pc:chgData name="Aswini Kumar Motapothula" userId="S::aswinikumar@edunetfoundation.org::8849ae8d-bc89-4217-899c-9440ffcae5bb" providerId="AD" clId="Web-{0037A25B-DA5D-A37C-3B36-7F0977405ABF}"/>
    <pc:docChg chg="addSld modSld">
      <pc:chgData name="Aswini Kumar Motapothula" userId="S::aswinikumar@edunetfoundation.org::8849ae8d-bc89-4217-899c-9440ffcae5bb" providerId="AD" clId="Web-{0037A25B-DA5D-A37C-3B36-7F0977405ABF}" dt="2026-06-19T05:59:39.887" v="95" actId="20577"/>
      <pc:docMkLst>
        <pc:docMk/>
      </pc:docMkLst>
      <pc:sldChg chg="addSp delSp modSp">
        <pc:chgData name="Aswini Kumar Motapothula" userId="S::aswinikumar@edunetfoundation.org::8849ae8d-bc89-4217-899c-9440ffcae5bb" providerId="AD" clId="Web-{0037A25B-DA5D-A37C-3B36-7F0977405ABF}" dt="2026-06-19T05:59:39.887" v="95" actId="20577"/>
        <pc:sldMkLst>
          <pc:docMk/>
          <pc:sldMk cId="1229047658" sldId="288"/>
        </pc:sldMkLst>
        <pc:spChg chg="add mod">
          <ac:chgData name="Aswini Kumar Motapothula" userId="S::aswinikumar@edunetfoundation.org::8849ae8d-bc89-4217-899c-9440ffcae5bb" providerId="AD" clId="Web-{0037A25B-DA5D-A37C-3B36-7F0977405ABF}" dt="2026-06-19T05:59:39.887" v="95" actId="20577"/>
          <ac:spMkLst>
            <pc:docMk/>
            <pc:sldMk cId="1229047658" sldId="288"/>
            <ac:spMk id="3" creationId="{4837D5EE-379B-FDC5-0854-8AC81D31FADF}"/>
          </ac:spMkLst>
        </pc:spChg>
      </pc:sldChg>
      <pc:sldChg chg="addSp delSp modSp new">
        <pc:chgData name="Aswini Kumar Motapothula" userId="S::aswinikumar@edunetfoundation.org::8849ae8d-bc89-4217-899c-9440ffcae5bb" providerId="AD" clId="Web-{0037A25B-DA5D-A37C-3B36-7F0977405ABF}" dt="2026-06-19T05:55:38.278" v="91" actId="1076"/>
        <pc:sldMkLst>
          <pc:docMk/>
          <pc:sldMk cId="2506610743" sldId="289"/>
        </pc:sldMkLst>
        <pc:spChg chg="add mod">
          <ac:chgData name="Aswini Kumar Motapothula" userId="S::aswinikumar@edunetfoundation.org::8849ae8d-bc89-4217-899c-9440ffcae5bb" providerId="AD" clId="Web-{0037A25B-DA5D-A37C-3B36-7F0977405ABF}" dt="2026-06-19T05:54:43.950" v="57" actId="1076"/>
          <ac:spMkLst>
            <pc:docMk/>
            <pc:sldMk cId="2506610743" sldId="289"/>
            <ac:spMk id="5" creationId="{CA8544A9-CF92-3FAF-D3EE-31DF90F7A64D}"/>
          </ac:spMkLst>
        </pc:spChg>
        <pc:spChg chg="add mod">
          <ac:chgData name="Aswini Kumar Motapothula" userId="S::aswinikumar@edunetfoundation.org::8849ae8d-bc89-4217-899c-9440ffcae5bb" providerId="AD" clId="Web-{0037A25B-DA5D-A37C-3B36-7F0977405ABF}" dt="2026-06-19T05:55:27.278" v="87" actId="20577"/>
          <ac:spMkLst>
            <pc:docMk/>
            <pc:sldMk cId="2506610743" sldId="289"/>
            <ac:spMk id="6" creationId="{C0D36B1A-26C2-CD55-1032-4CB5E4EDF305}"/>
          </ac:spMkLst>
        </pc:spChg>
        <pc:picChg chg="add mod modCrop">
          <ac:chgData name="Aswini Kumar Motapothula" userId="S::aswinikumar@edunetfoundation.org::8849ae8d-bc89-4217-899c-9440ffcae5bb" providerId="AD" clId="Web-{0037A25B-DA5D-A37C-3B36-7F0977405ABF}" dt="2026-06-19T05:55:38.278" v="91" actId="1076"/>
          <ac:picMkLst>
            <pc:docMk/>
            <pc:sldMk cId="2506610743" sldId="289"/>
            <ac:picMk id="4" creationId="{099C3698-991D-7A38-C456-893C84C23FC9}"/>
          </ac:picMkLst>
        </pc:picChg>
      </pc:sldChg>
    </pc:docChg>
  </pc:docChgLst>
  <pc:docChgLst>
    <pc:chgData name="Aman Shrivastava" userId="S::ashrivastava@edunetfoundation.org::c21995ab-fa37-4cde-b5a3-dec0fb9e9a10" providerId="AD" clId="Web-{A6B9108B-7598-1D50-C4AA-8A38026DAEEF}"/>
    <pc:docChg chg="modSld">
      <pc:chgData name="Aman Shrivastava" userId="S::ashrivastava@edunetfoundation.org::c21995ab-fa37-4cde-b5a3-dec0fb9e9a10" providerId="AD" clId="Web-{A6B9108B-7598-1D50-C4AA-8A38026DAEEF}" dt="2026-06-19T06:56:18.840" v="15" actId="20577"/>
      <pc:docMkLst>
        <pc:docMk/>
      </pc:docMkLst>
      <pc:sldChg chg="modSp">
        <pc:chgData name="Aman Shrivastava" userId="S::ashrivastava@edunetfoundation.org::c21995ab-fa37-4cde-b5a3-dec0fb9e9a10" providerId="AD" clId="Web-{A6B9108B-7598-1D50-C4AA-8A38026DAEEF}" dt="2026-06-19T06:56:18.840" v="15" actId="20577"/>
        <pc:sldMkLst>
          <pc:docMk/>
          <pc:sldMk cId="2605851928" sldId="287"/>
        </pc:sldMkLst>
        <pc:spChg chg="mod">
          <ac:chgData name="Aman Shrivastava" userId="S::ashrivastava@edunetfoundation.org::c21995ab-fa37-4cde-b5a3-dec0fb9e9a10" providerId="AD" clId="Web-{A6B9108B-7598-1D50-C4AA-8A38026DAEEF}" dt="2026-06-19T06:56:18.840" v="15" actId="20577"/>
          <ac:spMkLst>
            <pc:docMk/>
            <pc:sldMk cId="2605851928" sldId="287"/>
            <ac:spMk id="279" creationId="{3711AF54-94A6-B837-31EF-9A8C4ECB9AF6}"/>
          </ac:spMkLst>
        </pc:spChg>
      </pc:sldChg>
      <pc:sldChg chg="addSp delSp modSp">
        <pc:chgData name="Aman Shrivastava" userId="S::ashrivastava@edunetfoundation.org::c21995ab-fa37-4cde-b5a3-dec0fb9e9a10" providerId="AD" clId="Web-{A6B9108B-7598-1D50-C4AA-8A38026DAEEF}" dt="2026-06-19T06:56:04.356" v="13" actId="1076"/>
        <pc:sldMkLst>
          <pc:docMk/>
          <pc:sldMk cId="1229047658" sldId="288"/>
        </pc:sldMkLst>
        <pc:picChg chg="add mod">
          <ac:chgData name="Aman Shrivastava" userId="S::ashrivastava@edunetfoundation.org::c21995ab-fa37-4cde-b5a3-dec0fb9e9a10" providerId="AD" clId="Web-{A6B9108B-7598-1D50-C4AA-8A38026DAEEF}" dt="2026-06-19T06:56:04.356" v="13" actId="1076"/>
          <ac:picMkLst>
            <pc:docMk/>
            <pc:sldMk cId="1229047658" sldId="288"/>
            <ac:picMk id="4" creationId="{A037CFD0-B7FF-D9BE-3433-88E5844EF332}"/>
          </ac:picMkLst>
        </pc:picChg>
      </pc:sldChg>
      <pc:sldChg chg="addSp delSp modSp">
        <pc:chgData name="Aman Shrivastava" userId="S::ashrivastava@edunetfoundation.org::c21995ab-fa37-4cde-b5a3-dec0fb9e9a10" providerId="AD" clId="Web-{A6B9108B-7598-1D50-C4AA-8A38026DAEEF}" dt="2026-06-19T06:53:17.010" v="3"/>
        <pc:sldMkLst>
          <pc:docMk/>
          <pc:sldMk cId="2506610743" sldId="28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Arnab-13/IBM_SkillsBuild_AICTE_Internship"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r>
              <a:rPr lang="en-US" b="1"/>
              <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4128352802"/>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ctr" rtl="0">
                        <a:spcBef>
                          <a:spcPts val="0"/>
                        </a:spcBef>
                        <a:spcAft>
                          <a:spcPts val="0"/>
                        </a:spcAft>
                        <a:buNone/>
                      </a:pPr>
                      <a:endParaRPr lang="en-US" dirty="0" smtClean="0"/>
                    </a:p>
                    <a:p>
                      <a:pPr marL="0" marR="0" lvl="0" indent="0" algn="ctr" rtl="0">
                        <a:spcBef>
                          <a:spcPts val="0"/>
                        </a:spcBef>
                        <a:spcAft>
                          <a:spcPts val="0"/>
                        </a:spcAft>
                        <a:buNone/>
                      </a:pPr>
                      <a:endParaRPr lang="en-US" dirty="0" smtClean="0"/>
                    </a:p>
                    <a:p>
                      <a:pPr marL="0" marR="0" lvl="0" indent="0" algn="ctr" rtl="0">
                        <a:spcBef>
                          <a:spcPts val="0"/>
                        </a:spcBef>
                        <a:spcAft>
                          <a:spcPts val="0"/>
                        </a:spcAft>
                        <a:buNone/>
                      </a:pPr>
                      <a:r>
                        <a:rPr lang="en-US" sz="1800" dirty="0" smtClean="0"/>
                        <a:t>Arnab Chowdhury</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endParaRPr lang="en-US" sz="1600" dirty="0" smtClean="0"/>
                    </a:p>
                    <a:p>
                      <a:pPr marL="0" marR="0" lvl="0" indent="0" algn="ctr" rtl="0">
                        <a:spcBef>
                          <a:spcPts val="0"/>
                        </a:spcBef>
                        <a:spcAft>
                          <a:spcPts val="0"/>
                        </a:spcAft>
                        <a:buNone/>
                      </a:pPr>
                      <a:r>
                        <a:rPr lang="en-US" sz="1600" dirty="0" smtClean="0"/>
                        <a:t>arnabthe07@gmail.com</a:t>
                      </a:r>
                      <a:endParaRPr sz="16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sz="2000" dirty="0" smtClean="0"/>
                    </a:p>
                    <a:p>
                      <a:pPr marL="0" marR="0" lvl="0" indent="0" algn="l" rtl="0">
                        <a:spcBef>
                          <a:spcPts val="0"/>
                        </a:spcBef>
                        <a:spcAft>
                          <a:spcPts val="0"/>
                        </a:spcAft>
                        <a:buNone/>
                      </a:pPr>
                      <a:r>
                        <a:rPr lang="en-US" sz="2000" dirty="0" smtClean="0"/>
                        <a:t>     7908746346</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8476316" cy="461665"/>
          </a:xfrm>
          <a:prstGeom prst="rect">
            <a:avLst/>
          </a:prstGeom>
          <a:noFill/>
        </p:spPr>
        <p:txBody>
          <a:bodyPr wrap="square" rtlCol="0">
            <a:spAutoFit/>
          </a:bodyPr>
          <a:lstStyle/>
          <a:p>
            <a:r>
              <a:rPr lang="en-US" sz="2400" b="1" dirty="0"/>
              <a:t>Domain of  Project – </a:t>
            </a:r>
            <a:r>
              <a:rPr lang="en-US" sz="2400" b="1" dirty="0" smtClean="0"/>
              <a:t>Fitness &amp; Healthcare</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10681038" cy="461665"/>
          </a:xfrm>
          <a:prstGeom prst="rect">
            <a:avLst/>
          </a:prstGeom>
          <a:noFill/>
        </p:spPr>
        <p:txBody>
          <a:bodyPr wrap="square" rtlCol="0">
            <a:spAutoFit/>
          </a:bodyPr>
          <a:lstStyle/>
          <a:p>
            <a:r>
              <a:rPr lang="en-US" sz="2400" b="1" dirty="0"/>
              <a:t>Project Tile – </a:t>
            </a:r>
            <a:r>
              <a:rPr lang="en-US" sz="2400" b="1" dirty="0" smtClean="0"/>
              <a:t>Fitness-buddy (AI-Powered </a:t>
            </a:r>
            <a:r>
              <a:rPr lang="en-US" sz="2400" b="1" dirty="0"/>
              <a:t>Personal Fitness </a:t>
            </a:r>
            <a:r>
              <a:rPr lang="en-US" sz="2400" b="1" dirty="0" smtClean="0"/>
              <a:t>Companion)</a:t>
            </a:r>
            <a:endParaRPr lang="en-IN" sz="2400" b="1" dirty="0">
              <a:highlight>
                <a:srgbClr val="FFFF00"/>
              </a:highlight>
            </a:endParaRPr>
          </a:p>
        </p:txBody>
      </p:sp>
      <p:pic>
        <p:nvPicPr>
          <p:cNvPr id="2" name="Picture 1"/>
          <p:cNvPicPr>
            <a:picLocks noChangeAspect="1"/>
          </p:cNvPicPr>
          <p:nvPr/>
        </p:nvPicPr>
        <p:blipFill>
          <a:blip r:embed="rId3"/>
          <a:stretch>
            <a:fillRect/>
          </a:stretch>
        </p:blipFill>
        <p:spPr>
          <a:xfrm>
            <a:off x="4166081" y="3683879"/>
            <a:ext cx="781839" cy="1005222"/>
          </a:xfrm>
          <a:prstGeom prst="rect">
            <a:avLst/>
          </a:prstGeom>
        </p:spPr>
      </p:pic>
    </p:spTree>
    <p:extLst>
      <p:ext uri="{BB962C8B-B14F-4D97-AF65-F5344CB8AC3E}">
        <p14:creationId xmlns:p14="http://schemas.microsoft.com/office/powerpoint/2010/main" val="95231787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370199" y="1063084"/>
            <a:ext cx="10607040" cy="5355312"/>
          </a:xfrm>
          <a:prstGeom prst="rect">
            <a:avLst/>
          </a:prstGeom>
          <a:noFill/>
        </p:spPr>
        <p:txBody>
          <a:bodyPr wrap="square" rtlCol="0">
            <a:spAutoFit/>
          </a:bodyPr>
          <a:lstStyle/>
          <a:p>
            <a:pPr fontAlgn="base"/>
            <a:r>
              <a:rPr lang="en-US" sz="1800" dirty="0"/>
              <a:t>Problem </a:t>
            </a:r>
            <a:r>
              <a:rPr lang="en-US" sz="1800" dirty="0" smtClean="0"/>
              <a:t>Statement </a:t>
            </a:r>
            <a:r>
              <a:rPr lang="en-US" sz="1800" dirty="0"/>
              <a:t>- Fitness Buddy </a:t>
            </a:r>
            <a:endParaRPr lang="en-US" sz="1800" dirty="0" smtClean="0"/>
          </a:p>
          <a:p>
            <a:pPr fontAlgn="base"/>
            <a:endParaRPr lang="en-US" sz="1800" dirty="0"/>
          </a:p>
          <a:p>
            <a:pPr fontAlgn="base"/>
            <a:r>
              <a:rPr lang="en-US" sz="1800" dirty="0" smtClean="0"/>
              <a:t>The </a:t>
            </a:r>
            <a:r>
              <a:rPr lang="en-US" sz="1800" dirty="0"/>
              <a:t>challenge - In today’s fast-paced world, many individuals struggle to maintain a healthy lifestyle due to lack of personalized guidance, time constraints, and inconsistent motivation. Traditional fitness solutions often require expensive subscriptions, in-person consultations, or rigid schedules that don't adapt to personal preferences or daily routines</a:t>
            </a:r>
            <a:r>
              <a:rPr lang="en-US" sz="1800" dirty="0" smtClean="0"/>
              <a:t>.</a:t>
            </a:r>
          </a:p>
          <a:p>
            <a:pPr fontAlgn="base"/>
            <a:endParaRPr lang="en-US" sz="1800" dirty="0" smtClean="0"/>
          </a:p>
          <a:p>
            <a:pPr fontAlgn="base"/>
            <a:r>
              <a:rPr lang="en-US" sz="1800" dirty="0" smtClean="0"/>
              <a:t>There </a:t>
            </a:r>
            <a:r>
              <a:rPr lang="en-US" sz="1800" dirty="0"/>
              <a:t>is a growing need for an accessible, friendly, and intelligent virtual assistant that can provide on demand fitness advice, healthy lifestyle suggestions, and basic nutrition guidance—all tailored to individual needs and available at any time. </a:t>
            </a:r>
            <a:endParaRPr lang="en-US" sz="1800" dirty="0" smtClean="0"/>
          </a:p>
          <a:p>
            <a:pPr fontAlgn="base"/>
            <a:endParaRPr lang="en-US" sz="1800" dirty="0"/>
          </a:p>
          <a:p>
            <a:pPr fontAlgn="base"/>
            <a:r>
              <a:rPr lang="en-US" sz="1800" dirty="0" smtClean="0"/>
              <a:t>Fitness </a:t>
            </a:r>
            <a:r>
              <a:rPr lang="en-US" sz="1800" dirty="0"/>
              <a:t>Buddy aims to solve this problem by offering a conversational, AI-powered health and fitness coach that can</a:t>
            </a:r>
            <a:r>
              <a:rPr lang="en-US" sz="1800" dirty="0" smtClean="0"/>
              <a:t>:</a:t>
            </a:r>
          </a:p>
          <a:p>
            <a:pPr fontAlgn="base"/>
            <a:endParaRPr lang="en-US" sz="1800" dirty="0" smtClean="0"/>
          </a:p>
          <a:p>
            <a:pPr fontAlgn="base"/>
            <a:r>
              <a:rPr lang="en-US" sz="1800" b="1" dirty="0" smtClean="0"/>
              <a:t>Recommend </a:t>
            </a:r>
            <a:r>
              <a:rPr lang="en-US" sz="1800" b="1" dirty="0"/>
              <a:t>home workouts and routines based on user input</a:t>
            </a:r>
            <a:r>
              <a:rPr lang="en-US" sz="1800" b="1" dirty="0" smtClean="0"/>
              <a:t>.</a:t>
            </a:r>
          </a:p>
          <a:p>
            <a:pPr fontAlgn="base"/>
            <a:endParaRPr lang="en-US" sz="1800" dirty="0" smtClean="0"/>
          </a:p>
          <a:p>
            <a:pPr fontAlgn="base"/>
            <a:r>
              <a:rPr lang="en-US" sz="1800" dirty="0" smtClean="0"/>
              <a:t> </a:t>
            </a:r>
            <a:r>
              <a:rPr lang="en-US" sz="1800" dirty="0"/>
              <a:t>• Provide motivational tips and daily fitness inspiration</a:t>
            </a:r>
            <a:r>
              <a:rPr lang="en-US" sz="1800" dirty="0" smtClean="0"/>
              <a:t>.</a:t>
            </a:r>
          </a:p>
          <a:p>
            <a:pPr fontAlgn="base"/>
            <a:r>
              <a:rPr lang="en-US" sz="1800" dirty="0" smtClean="0"/>
              <a:t> • </a:t>
            </a:r>
            <a:r>
              <a:rPr lang="en-US" sz="1800" dirty="0"/>
              <a:t>Suggest simple, nutritious meal ideas</a:t>
            </a:r>
            <a:r>
              <a:rPr lang="en-US" sz="1800" dirty="0" smtClean="0"/>
              <a:t>.</a:t>
            </a:r>
          </a:p>
          <a:p>
            <a:pPr fontAlgn="base"/>
            <a:r>
              <a:rPr lang="en-US" sz="1800" dirty="0" smtClean="0"/>
              <a:t> </a:t>
            </a:r>
            <a:r>
              <a:rPr lang="en-US" sz="1800" dirty="0"/>
              <a:t>• Encourage habit-building and consistency. </a:t>
            </a:r>
            <a:endParaRPr lang="en-IN" sz="1200" dirty="0"/>
          </a:p>
        </p:txBody>
      </p:sp>
      <p:sp>
        <p:nvSpPr>
          <p:cNvPr id="3" name="TextBox 2">
            <a:extLst>
              <a:ext uri="{FF2B5EF4-FFF2-40B4-BE49-F238E27FC236}">
                <a16:creationId xmlns:a16="http://schemas.microsoft.com/office/drawing/2014/main" id="{3847FA31-EA47-D27A-9D69-AF50A3080AEC}"/>
              </a:ext>
            </a:extLst>
          </p:cNvPr>
          <p:cNvSpPr txBox="1"/>
          <p:nvPr/>
        </p:nvSpPr>
        <p:spPr>
          <a:xfrm>
            <a:off x="370199" y="215339"/>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6165337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1168888" cy="5355312"/>
          </a:xfrm>
          <a:prstGeom prst="rect">
            <a:avLst/>
          </a:prstGeom>
          <a:noFill/>
        </p:spPr>
        <p:txBody>
          <a:bodyPr wrap="square" rtlCol="0">
            <a:spAutoFit/>
          </a:bodyPr>
          <a:lstStyle/>
          <a:p>
            <a:r>
              <a:rPr lang="en-US" sz="1800" b="1" dirty="0" smtClean="0"/>
              <a:t>Proposed </a:t>
            </a:r>
            <a:r>
              <a:rPr lang="en-US" sz="1800" b="1" dirty="0"/>
              <a:t>Solution: Fitness Buddy — Your AI-Powered Personal Fitness </a:t>
            </a:r>
            <a:r>
              <a:rPr lang="en-US" sz="1800" b="1" dirty="0" smtClean="0"/>
              <a:t>Companion</a:t>
            </a:r>
          </a:p>
          <a:p>
            <a:endParaRPr lang="en-US" sz="1800" b="1" dirty="0"/>
          </a:p>
          <a:p>
            <a:pPr fontAlgn="base"/>
            <a:r>
              <a:rPr lang="en-US" sz="1800" dirty="0"/>
              <a:t>Fitness Buddy turns AI into a simple, personalized fitness companion that helps users work out, eat better, stay motivated, and build healthy habits—right from </a:t>
            </a:r>
            <a:r>
              <a:rPr lang="en-US" sz="1800" dirty="0" smtClean="0"/>
              <a:t>home</a:t>
            </a:r>
          </a:p>
          <a:p>
            <a:pPr fontAlgn="base"/>
            <a:endParaRPr lang="en-US" sz="1800" dirty="0"/>
          </a:p>
          <a:p>
            <a:pPr marL="285750" indent="-285750">
              <a:buFont typeface="Arial" panose="020B0604020202020204" pitchFamily="34" charset="0"/>
              <a:buChar char="•"/>
            </a:pPr>
            <a:r>
              <a:rPr lang="en-US" sz="1800" b="1" dirty="0" smtClean="0"/>
              <a:t>AI-Powered </a:t>
            </a:r>
            <a:r>
              <a:rPr lang="en-US" sz="1800" b="1" dirty="0"/>
              <a:t>Personalization:</a:t>
            </a:r>
            <a:r>
              <a:rPr lang="en-US" sz="1800" dirty="0"/>
              <a:t> Uses </a:t>
            </a:r>
            <a:r>
              <a:rPr lang="en-US" sz="1800" b="1" dirty="0"/>
              <a:t>IBM Granite via </a:t>
            </a:r>
            <a:r>
              <a:rPr lang="en-US" sz="1800" b="1" dirty="0" err="1"/>
              <a:t>watsonx</a:t>
            </a:r>
            <a:r>
              <a:rPr lang="en-US" sz="1800" dirty="0"/>
              <a:t> to generate fitness, nutrition, motivation, and habit-building guidance based on each user’s profile.</a:t>
            </a:r>
          </a:p>
          <a:p>
            <a:pPr marL="285750" indent="-285750">
              <a:buFont typeface="Arial" panose="020B0604020202020204" pitchFamily="34" charset="0"/>
              <a:buChar char="•"/>
            </a:pPr>
            <a:r>
              <a:rPr lang="en-US" sz="1800" b="1" dirty="0" smtClean="0"/>
              <a:t>Personalized </a:t>
            </a:r>
            <a:r>
              <a:rPr lang="en-US" sz="1800" b="1" dirty="0"/>
              <a:t>Home Workouts:</a:t>
            </a:r>
            <a:r>
              <a:rPr lang="en-US" sz="1800" dirty="0"/>
              <a:t> Creates workouts tailored to the user’s </a:t>
            </a:r>
            <a:r>
              <a:rPr lang="en-US" sz="1800" b="1" dirty="0"/>
              <a:t>goal, fitness level, available time, equipment, and preferences</a:t>
            </a:r>
            <a:r>
              <a:rPr lang="en-US" sz="1800" dirty="0"/>
              <a:t>.</a:t>
            </a:r>
          </a:p>
          <a:p>
            <a:pPr marL="285750" indent="-285750">
              <a:buFont typeface="Arial" panose="020B0604020202020204" pitchFamily="34" charset="0"/>
              <a:buChar char="•"/>
            </a:pPr>
            <a:r>
              <a:rPr lang="en-US" sz="1800" b="1" dirty="0" smtClean="0"/>
              <a:t>Simple </a:t>
            </a:r>
            <a:r>
              <a:rPr lang="en-US" sz="1800" b="1" dirty="0"/>
              <a:t>Nutrition Guidance:</a:t>
            </a:r>
            <a:r>
              <a:rPr lang="en-US" sz="1800" dirty="0"/>
              <a:t> Provides practical, healthy meal suggestions with ingredients, preparation steps, and basic nutritional information.</a:t>
            </a:r>
          </a:p>
          <a:p>
            <a:pPr marL="285750" indent="-285750">
              <a:buFont typeface="Arial" panose="020B0604020202020204" pitchFamily="34" charset="0"/>
              <a:buChar char="•"/>
            </a:pPr>
            <a:r>
              <a:rPr lang="en-US" sz="1800" b="1" dirty="0" smtClean="0"/>
              <a:t>AI </a:t>
            </a:r>
            <a:r>
              <a:rPr lang="en-US" sz="1800" b="1" dirty="0"/>
              <a:t>Fitness Chat:</a:t>
            </a:r>
            <a:r>
              <a:rPr lang="en-US" sz="1800" dirty="0"/>
              <a:t> Users can ask natural-language questions such as </a:t>
            </a:r>
            <a:r>
              <a:rPr lang="en-US" sz="1800" i="1" dirty="0"/>
              <a:t>“Give me a 20-minute workout”</a:t>
            </a:r>
            <a:r>
              <a:rPr lang="en-US" sz="1800" dirty="0"/>
              <a:t> or </a:t>
            </a:r>
            <a:r>
              <a:rPr lang="en-US" sz="1800" i="1" dirty="0"/>
              <a:t>“I only have dumbbells”</a:t>
            </a:r>
            <a:r>
              <a:rPr lang="en-US" sz="1800" dirty="0"/>
              <a:t> and receive relevant guidance.</a:t>
            </a:r>
          </a:p>
          <a:p>
            <a:pPr marL="285750" indent="-285750">
              <a:buFont typeface="Arial" panose="020B0604020202020204" pitchFamily="34" charset="0"/>
              <a:buChar char="•"/>
            </a:pPr>
            <a:r>
              <a:rPr lang="en-US" sz="1800" b="1" dirty="0" smtClean="0"/>
              <a:t>Habit </a:t>
            </a:r>
            <a:r>
              <a:rPr lang="en-US" sz="1800" b="1" dirty="0"/>
              <a:t>&amp; Progress Tracking:</a:t>
            </a:r>
            <a:r>
              <a:rPr lang="en-US" sz="1800" dirty="0"/>
              <a:t> Helps users build consistency through daily habit checklists, streaks, and progress indicators using </a:t>
            </a:r>
            <a:r>
              <a:rPr lang="en-US" sz="1800" b="1" dirty="0"/>
              <a:t>browser </a:t>
            </a:r>
            <a:r>
              <a:rPr lang="en-US" sz="1800" b="1" dirty="0" err="1"/>
              <a:t>localStorage</a:t>
            </a:r>
            <a:r>
              <a:rPr lang="en-US" sz="1800" dirty="0"/>
              <a:t>.</a:t>
            </a:r>
          </a:p>
          <a:p>
            <a:pPr marL="285750" indent="-285750">
              <a:buFont typeface="Arial" panose="020B0604020202020204" pitchFamily="34" charset="0"/>
              <a:buChar char="•"/>
            </a:pPr>
            <a:r>
              <a:rPr lang="en-US" sz="1800" b="1" dirty="0" smtClean="0"/>
              <a:t>Lightweight </a:t>
            </a:r>
            <a:r>
              <a:rPr lang="en-US" sz="1800" b="1" dirty="0"/>
              <a:t>&amp; Accessible:</a:t>
            </a:r>
            <a:r>
              <a:rPr lang="en-US" sz="1800" dirty="0"/>
              <a:t> Built with </a:t>
            </a:r>
            <a:r>
              <a:rPr lang="en-US" sz="1800" b="1" dirty="0"/>
              <a:t>HTML5, CSS3, Vanilla JavaScript, </a:t>
            </a:r>
            <a:r>
              <a:rPr lang="en-US" sz="1800" b="1" dirty="0" err="1"/>
              <a:t>FastAPI</a:t>
            </a:r>
            <a:r>
              <a:rPr lang="en-US" sz="1800" b="1" dirty="0"/>
              <a:t>, Python, and </a:t>
            </a:r>
            <a:r>
              <a:rPr lang="en-US" sz="1800" b="1" dirty="0" err="1"/>
              <a:t>Pydantic</a:t>
            </a:r>
            <a:r>
              <a:rPr lang="en-US" sz="1800" dirty="0"/>
              <a:t>, making the application fast, simple, and easy to run locally.</a:t>
            </a:r>
          </a:p>
          <a:p>
            <a:pPr marL="285750" indent="-285750">
              <a:buFont typeface="Arial" panose="020B0604020202020204" pitchFamily="34" charset="0"/>
              <a:buChar char="•"/>
            </a:pPr>
            <a:r>
              <a:rPr lang="en-US" sz="1800" b="1" dirty="0" smtClean="0"/>
              <a:t>Safety </a:t>
            </a:r>
            <a:r>
              <a:rPr lang="en-US" sz="1800" b="1" dirty="0"/>
              <a:t>First:</a:t>
            </a:r>
            <a:r>
              <a:rPr lang="en-US" sz="1800" dirty="0"/>
              <a:t> Provides general wellness guidance with clear safety disclaimers and avoids diagnosis, medication advice, or medical treatment claims</a:t>
            </a:r>
            <a:r>
              <a:rPr lang="en-US" sz="1800" dirty="0" smtClean="0"/>
              <a:t>.</a:t>
            </a:r>
            <a:endParaRPr lang="en-US" sz="1800" dirty="0"/>
          </a:p>
        </p:txBody>
      </p:sp>
      <p:sp>
        <p:nvSpPr>
          <p:cNvPr id="3" name="TextBox 2">
            <a:extLst>
              <a:ext uri="{FF2B5EF4-FFF2-40B4-BE49-F238E27FC236}">
                <a16:creationId xmlns:a16="http://schemas.microsoft.com/office/drawing/2014/main" id="{527F30CC-07EF-8FCC-DA00-C9212F5DAECE}"/>
              </a:ext>
            </a:extLst>
          </p:cNvPr>
          <p:cNvSpPr txBox="1"/>
          <p:nvPr/>
        </p:nvSpPr>
        <p:spPr>
          <a:xfrm>
            <a:off x="433832" y="48056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61945990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216539"/>
          </a:xfrm>
          <a:prstGeom prst="rect">
            <a:avLst/>
          </a:prstGeom>
          <a:noFill/>
        </p:spPr>
        <p:txBody>
          <a:bodyPr wrap="square" rtlCol="0">
            <a:spAutoFit/>
          </a:bodyPr>
          <a:lstStyle/>
          <a:p>
            <a:pPr marL="285750" indent="-285750">
              <a:buFont typeface="Arial" panose="020B0604020202020204" pitchFamily="34" charset="0"/>
              <a:buChar char="•"/>
            </a:pPr>
            <a:r>
              <a:rPr lang="en-US" sz="1800" b="1" dirty="0"/>
              <a:t>IBM Bob platform </a:t>
            </a:r>
            <a:r>
              <a:rPr lang="en-US" sz="1800" dirty="0"/>
              <a:t>-For designing and orchestrating multi-agent workflows </a:t>
            </a:r>
            <a:r>
              <a:rPr lang="en-US" sz="1800" dirty="0" smtClean="0"/>
              <a:t>visually</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smtClean="0"/>
              <a:t>- </a:t>
            </a:r>
            <a:r>
              <a:rPr lang="en-US" sz="1800" dirty="0" err="1" smtClean="0"/>
              <a:t>ibm</a:t>
            </a:r>
            <a:r>
              <a:rPr lang="en-US" sz="1800" dirty="0" smtClean="0"/>
              <a:t>/granite-4-h-small – </a:t>
            </a:r>
            <a:r>
              <a:rPr lang="en-US" sz="1800" dirty="0"/>
              <a:t>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a:t>
            </a:r>
            <a:r>
              <a:rPr lang="en-US" sz="1800" dirty="0" smtClean="0"/>
              <a:t>build Fitness Buddy </a:t>
            </a:r>
            <a:r>
              <a:rPr lang="en-US" sz="1800" dirty="0"/>
              <a:t>efficiently. IBM Cloud enables a </a:t>
            </a:r>
            <a:r>
              <a:rPr lang="en-US" sz="1800" b="1" dirty="0"/>
              <a:t>reliable, secure, and scalable environment</a:t>
            </a:r>
            <a:r>
              <a:rPr lang="en-US" sz="1800" dirty="0"/>
              <a:t> for deploying the </a:t>
            </a:r>
            <a:r>
              <a:rPr lang="en-US" sz="1800" dirty="0" smtClean="0"/>
              <a:t>Fitness </a:t>
            </a:r>
            <a:r>
              <a:rPr lang="en-US" sz="1800" dirty="0"/>
              <a:t>Agent.</a:t>
            </a:r>
          </a:p>
          <a:p>
            <a:endParaRPr lang="en-US" sz="1800" dirty="0"/>
          </a:p>
          <a:p>
            <a:pPr marL="285750" indent="-285750">
              <a:buFont typeface="Arial" panose="020B0604020202020204" pitchFamily="34" charset="0"/>
              <a:buChar char="•"/>
            </a:pPr>
            <a:r>
              <a:rPr lang="en-US" sz="1800" b="1" dirty="0"/>
              <a:t>IBM Watsonx.ai - </a:t>
            </a:r>
            <a:r>
              <a:rPr lang="en-US" sz="1800" dirty="0"/>
              <a:t>AI model integration and </a:t>
            </a:r>
            <a:r>
              <a:rPr lang="en-US" sz="1800" dirty="0" smtClean="0"/>
              <a:t>inference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err="1"/>
              <a:t>Git</a:t>
            </a:r>
            <a:r>
              <a:rPr lang="en-US" sz="1800" b="1" dirty="0"/>
              <a:t> / GitHub</a:t>
            </a:r>
            <a:r>
              <a:rPr lang="en-US" sz="1800" dirty="0"/>
              <a:t> – Version control and project management</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44360390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705922" y="634622"/>
            <a:ext cx="5257561" cy="3631763"/>
          </a:xfrm>
          <a:prstGeom prst="rect">
            <a:avLst/>
          </a:prstGeom>
          <a:noFill/>
        </p:spPr>
        <p:txBody>
          <a:bodyPr wrap="square" rtlCol="0">
            <a:spAutoFit/>
          </a:bodyPr>
          <a:lstStyle/>
          <a:p>
            <a:pPr marL="342900" indent="-342900">
              <a:buFont typeface="+mj-lt"/>
              <a:buAutoNum type="arabicPeriod"/>
            </a:pPr>
            <a:endParaRPr lang="en-US" dirty="0"/>
          </a:p>
          <a:p>
            <a:pPr marL="342900" indent="-342900">
              <a:buFont typeface="+mj-lt"/>
              <a:buAutoNum type="arabicPeriod"/>
            </a:pPr>
            <a:r>
              <a:rPr lang="en-US" sz="1800" dirty="0" smtClean="0"/>
              <a:t>App.py</a:t>
            </a:r>
            <a:endParaRPr lang="en-US" sz="1800" dirty="0"/>
          </a:p>
          <a:p>
            <a:pPr marL="342900" indent="-342900">
              <a:buFont typeface="+mj-lt"/>
              <a:buAutoNum type="arabicPeriod"/>
            </a:pPr>
            <a:r>
              <a:rPr lang="en-US" sz="1800" dirty="0" smtClean="0"/>
              <a:t>Requirements.txt</a:t>
            </a:r>
            <a:endParaRPr lang="en-US" sz="1800" dirty="0"/>
          </a:p>
          <a:p>
            <a:pPr marL="342900" indent="-342900">
              <a:buFont typeface="+mj-lt"/>
              <a:buAutoNum type="arabicPeriod"/>
            </a:pPr>
            <a:r>
              <a:rPr lang="en-US" sz="1800" dirty="0"/>
              <a:t>Style.css </a:t>
            </a:r>
          </a:p>
          <a:p>
            <a:pPr marL="342900" indent="-342900">
              <a:buFont typeface="+mj-lt"/>
              <a:buAutoNum type="arabicPeriod"/>
            </a:pPr>
            <a:r>
              <a:rPr lang="en-US" sz="1800" dirty="0"/>
              <a:t>.</a:t>
            </a:r>
            <a:r>
              <a:rPr lang="en-US" sz="1800" dirty="0" err="1" smtClean="0"/>
              <a:t>env</a:t>
            </a:r>
            <a:endParaRPr lang="en-US" sz="1800" dirty="0"/>
          </a:p>
          <a:p>
            <a:pPr marL="342900" indent="-342900">
              <a:buFont typeface="+mj-lt"/>
              <a:buAutoNum type="arabicPeriod"/>
            </a:pPr>
            <a:r>
              <a:rPr lang="en-US" sz="1800" dirty="0"/>
              <a:t>Index.html</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28281" y="1635761"/>
            <a:ext cx="9708620" cy="5148818"/>
          </a:xfrm>
          <a:prstGeom prst="rect">
            <a:avLst/>
          </a:prstGeom>
        </p:spPr>
      </p:pic>
      <p:sp>
        <p:nvSpPr>
          <p:cNvPr id="6" name="Double Bracket 5"/>
          <p:cNvSpPr/>
          <p:nvPr/>
        </p:nvSpPr>
        <p:spPr>
          <a:xfrm>
            <a:off x="2608262" y="1991360"/>
            <a:ext cx="1452880" cy="4003040"/>
          </a:xfrm>
          <a:prstGeom prst="bracketPair">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8" name="Straight Arrow Connector 7"/>
          <p:cNvCxnSpPr/>
          <p:nvPr/>
        </p:nvCxnSpPr>
        <p:spPr>
          <a:xfrm flipV="1">
            <a:off x="802640" y="4693920"/>
            <a:ext cx="1686560" cy="8940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1496363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0602" y="1151089"/>
            <a:ext cx="10058400" cy="5331214"/>
          </a:xfrm>
          <a:prstGeom prst="rect">
            <a:avLst/>
          </a:prstGeom>
        </p:spPr>
      </p:pic>
    </p:spTree>
    <p:extLst>
      <p:ext uri="{BB962C8B-B14F-4D97-AF65-F5344CB8AC3E}">
        <p14:creationId xmlns:p14="http://schemas.microsoft.com/office/powerpoint/2010/main" val="131654555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9317" y="754215"/>
            <a:ext cx="10058400" cy="5307143"/>
          </a:xfrm>
          <a:prstGeom prst="rect">
            <a:avLst/>
          </a:prstGeom>
        </p:spPr>
      </p:pic>
    </p:spTree>
    <p:extLst>
      <p:ext uri="{BB962C8B-B14F-4D97-AF65-F5344CB8AC3E}">
        <p14:creationId xmlns:p14="http://schemas.microsoft.com/office/powerpoint/2010/main" val="23237189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 for IBM bob:</a:t>
            </a:r>
            <a:endParaRPr lang="en-US" sz="240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4100" y="1056271"/>
            <a:ext cx="10058400" cy="5423762"/>
          </a:xfrm>
          <a:prstGeom prst="rect">
            <a:avLst/>
          </a:prstGeom>
        </p:spPr>
      </p:pic>
    </p:spTree>
    <p:extLst>
      <p:ext uri="{BB962C8B-B14F-4D97-AF65-F5344CB8AC3E}">
        <p14:creationId xmlns:p14="http://schemas.microsoft.com/office/powerpoint/2010/main" val="44519516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971280" y="1251805"/>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262128" y="173286"/>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475488" y="1004933"/>
            <a:ext cx="8495792" cy="5016758"/>
          </a:xfrm>
          <a:prstGeom prst="rect">
            <a:avLst/>
          </a:prstGeom>
          <a:noFill/>
        </p:spPr>
        <p:txBody>
          <a:bodyPr wrap="square" rtlCol="0">
            <a:spAutoFit/>
          </a:bodyPr>
          <a:lstStyle/>
          <a:p>
            <a:r>
              <a:rPr lang="en-US" sz="1600" b="1" dirty="0" smtClean="0"/>
              <a:t>Fitness </a:t>
            </a:r>
            <a:r>
              <a:rPr lang="en-US" sz="1600" b="1" dirty="0"/>
              <a:t>Buddy uses IBM Granite as the intelligence layer to act as a personalized fitness assistant rather than just a static </a:t>
            </a:r>
            <a:r>
              <a:rPr lang="en-US" sz="1600" b="1" dirty="0" err="1"/>
              <a:t>chatbot</a:t>
            </a:r>
            <a:r>
              <a:rPr lang="en-US" sz="1600" b="1" dirty="0" smtClean="0"/>
              <a:t>.</a:t>
            </a:r>
          </a:p>
          <a:p>
            <a:endParaRPr lang="en-US" sz="1600" dirty="0"/>
          </a:p>
          <a:p>
            <a:pPr marL="285750" indent="-285750">
              <a:buFont typeface="Arial" panose="020B0604020202020204" pitchFamily="34" charset="0"/>
              <a:buChar char="•"/>
            </a:pPr>
            <a:r>
              <a:rPr lang="en-US" sz="1600" b="1" dirty="0" smtClean="0"/>
              <a:t>Understand </a:t>
            </a:r>
            <a:r>
              <a:rPr lang="en-US" sz="1600" b="1" dirty="0"/>
              <a:t>User Intent:</a:t>
            </a:r>
            <a:r>
              <a:rPr lang="en-US" sz="1600" dirty="0"/>
              <a:t> Interprets natural-language requests such as </a:t>
            </a:r>
            <a:r>
              <a:rPr lang="en-US" sz="1600" i="1" dirty="0"/>
              <a:t>“Give me a 20-minute beginner workout.”</a:t>
            </a:r>
            <a:endParaRPr lang="en-US" sz="1600" dirty="0"/>
          </a:p>
          <a:p>
            <a:pPr marL="285750" indent="-285750">
              <a:buFont typeface="Arial" panose="020B0604020202020204" pitchFamily="34" charset="0"/>
              <a:buChar char="•"/>
            </a:pPr>
            <a:r>
              <a:rPr lang="en-US" sz="1600" b="1" dirty="0" smtClean="0"/>
              <a:t>Personalized </a:t>
            </a:r>
            <a:r>
              <a:rPr lang="en-US" sz="1600" b="1" dirty="0"/>
              <a:t>Decision-Making:</a:t>
            </a:r>
            <a:r>
              <a:rPr lang="en-US" sz="1600" dirty="0"/>
              <a:t> Combines the user’s </a:t>
            </a:r>
            <a:r>
              <a:rPr lang="en-US" sz="1600" b="1" dirty="0"/>
              <a:t>goal, experience, available time, equipment, diet, and activity level</a:t>
            </a:r>
            <a:r>
              <a:rPr lang="en-US" sz="1600" dirty="0"/>
              <a:t> to determine suitable recommendations.</a:t>
            </a:r>
          </a:p>
          <a:p>
            <a:pPr marL="285750" indent="-285750">
              <a:buFont typeface="Arial" panose="020B0604020202020204" pitchFamily="34" charset="0"/>
              <a:buChar char="•"/>
            </a:pPr>
            <a:r>
              <a:rPr lang="en-US" sz="1600" b="1" dirty="0" smtClean="0"/>
              <a:t>Context-Aware </a:t>
            </a:r>
            <a:r>
              <a:rPr lang="en-US" sz="1600" b="1" dirty="0"/>
              <a:t>Responses:</a:t>
            </a:r>
            <a:r>
              <a:rPr lang="en-US" sz="1600" dirty="0"/>
              <a:t> Uses profile information and the user’s request to generate relevant workouts, meals, motivation, and habit guidance.</a:t>
            </a:r>
          </a:p>
          <a:p>
            <a:pPr marL="285750" indent="-285750">
              <a:buFont typeface="Arial" panose="020B0604020202020204" pitchFamily="34" charset="0"/>
              <a:buChar char="•"/>
            </a:pPr>
            <a:r>
              <a:rPr lang="en-US" sz="1600" b="1" dirty="0" smtClean="0"/>
              <a:t>Task </a:t>
            </a:r>
            <a:r>
              <a:rPr lang="en-US" sz="1600" b="1" dirty="0"/>
              <a:t>Planning:</a:t>
            </a:r>
            <a:r>
              <a:rPr lang="en-US" sz="1600" dirty="0"/>
              <a:t> Converts broad goals into actionable steps—for example, turning </a:t>
            </a:r>
            <a:r>
              <a:rPr lang="en-US" sz="1600" i="1" dirty="0"/>
              <a:t>“I want to get fitter”</a:t>
            </a:r>
            <a:r>
              <a:rPr lang="en-US" sz="1600" dirty="0"/>
              <a:t> into a suitable workout and habit routine.</a:t>
            </a:r>
          </a:p>
          <a:p>
            <a:pPr marL="285750" indent="-285750">
              <a:buFont typeface="Arial" panose="020B0604020202020204" pitchFamily="34" charset="0"/>
              <a:buChar char="•"/>
            </a:pPr>
            <a:r>
              <a:rPr lang="en-US" sz="1600" b="1" dirty="0" smtClean="0"/>
              <a:t>Continuous </a:t>
            </a:r>
            <a:r>
              <a:rPr lang="en-US" sz="1600" b="1" dirty="0"/>
              <a:t>Guidance:</a:t>
            </a:r>
            <a:r>
              <a:rPr lang="en-US" sz="1600" dirty="0"/>
              <a:t> Supports users across multiple activities—</a:t>
            </a:r>
            <a:r>
              <a:rPr lang="en-US" sz="1600" b="1" dirty="0"/>
              <a:t>workout → nutrition → motivation → habit tracking</a:t>
            </a:r>
            <a:r>
              <a:rPr lang="en-US" sz="1600" dirty="0"/>
              <a:t>—creating a unified fitness experience.</a:t>
            </a:r>
          </a:p>
          <a:p>
            <a:pPr marL="285750" indent="-285750">
              <a:buFont typeface="Arial" panose="020B0604020202020204" pitchFamily="34" charset="0"/>
              <a:buChar char="•"/>
            </a:pPr>
            <a:r>
              <a:rPr lang="en-US" sz="1600" b="1" dirty="0" smtClean="0"/>
              <a:t>Safe </a:t>
            </a:r>
            <a:r>
              <a:rPr lang="en-US" sz="1600" b="1" dirty="0"/>
              <a:t>&amp; Structured Output:</a:t>
            </a:r>
            <a:r>
              <a:rPr lang="en-US" sz="1600" dirty="0"/>
              <a:t> AI-generated responses are validated through </a:t>
            </a:r>
            <a:r>
              <a:rPr lang="en-US" sz="1600" b="1" dirty="0" err="1"/>
              <a:t>Pydantic</a:t>
            </a:r>
            <a:r>
              <a:rPr lang="en-US" sz="1600" b="1" dirty="0"/>
              <a:t> schemas</a:t>
            </a:r>
            <a:r>
              <a:rPr lang="en-US" sz="1600" dirty="0"/>
              <a:t> before being displayed, with safety guidance included where </a:t>
            </a:r>
            <a:r>
              <a:rPr lang="en-US" sz="1600" dirty="0" smtClean="0"/>
              <a:t>appropriate.</a:t>
            </a:r>
          </a:p>
          <a:p>
            <a:pPr marL="285750" indent="-285750">
              <a:buFont typeface="Arial" panose="020B0604020202020204" pitchFamily="34" charset="0"/>
              <a:buChar char="•"/>
            </a:pPr>
            <a:r>
              <a:rPr lang="en-US" sz="1600" b="1" dirty="0" smtClean="0"/>
              <a:t>Human-Friendly Interaction:</a:t>
            </a:r>
            <a:r>
              <a:rPr lang="en-US" sz="1600" dirty="0" smtClean="0"/>
              <a:t> Users can communicate naturally without needing to navigate complex fitness plans or technical settings.</a:t>
            </a:r>
          </a:p>
          <a:p>
            <a:endParaRPr lang="en-US" sz="1600" dirty="0"/>
          </a:p>
          <a:p>
            <a:r>
              <a:rPr lang="en-US" sz="1600" b="1" dirty="0"/>
              <a:t>“Agentic AI bridges the gap between user intent and personalized action by understanding, planning, generating, and validating fitness recommendations.”</a:t>
            </a:r>
            <a:endParaRPr lang="en-US" sz="1600" dirty="0"/>
          </a:p>
        </p:txBody>
      </p:sp>
    </p:spTree>
    <p:extLst>
      <p:ext uri="{BB962C8B-B14F-4D97-AF65-F5344CB8AC3E}">
        <p14:creationId xmlns:p14="http://schemas.microsoft.com/office/powerpoint/2010/main" val="400069696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smtClean="0"/>
              <a:t>6,126 </a:t>
            </a:r>
            <a:r>
              <a:rPr lang="en-US" dirty="0"/>
              <a:t>token are used</a:t>
            </a:r>
          </a:p>
        </p:txBody>
      </p:sp>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72789" y="2531024"/>
            <a:ext cx="5460411" cy="2504137"/>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8591" y="2531024"/>
            <a:ext cx="5748771" cy="2530668"/>
          </a:xfrm>
          <a:prstGeom prst="rect">
            <a:avLst/>
          </a:prstGeom>
        </p:spPr>
      </p:pic>
    </p:spTree>
    <p:extLst>
      <p:ext uri="{BB962C8B-B14F-4D97-AF65-F5344CB8AC3E}">
        <p14:creationId xmlns:p14="http://schemas.microsoft.com/office/powerpoint/2010/main" val="89341700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9339" y="965035"/>
            <a:ext cx="10058400" cy="5351787"/>
          </a:xfrm>
          <a:prstGeom prst="rect">
            <a:avLst/>
          </a:prstGeom>
        </p:spPr>
      </p:pic>
    </p:spTree>
    <p:extLst>
      <p:ext uri="{BB962C8B-B14F-4D97-AF65-F5344CB8AC3E}">
        <p14:creationId xmlns:p14="http://schemas.microsoft.com/office/powerpoint/2010/main" val="142996181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9000" y="931862"/>
            <a:ext cx="10007600" cy="5316538"/>
          </a:xfrm>
          <a:prstGeom prst="rect">
            <a:avLst/>
          </a:prstGeom>
        </p:spPr>
      </p:pic>
    </p:spTree>
    <p:extLst>
      <p:ext uri="{BB962C8B-B14F-4D97-AF65-F5344CB8AC3E}">
        <p14:creationId xmlns:p14="http://schemas.microsoft.com/office/powerpoint/2010/main" val="358509230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65016" y="816977"/>
            <a:ext cx="8680024" cy="5617284"/>
          </a:xfrm>
          <a:prstGeom prst="rect">
            <a:avLst/>
          </a:prstGeom>
        </p:spPr>
      </p:pic>
    </p:spTree>
    <p:extLst>
      <p:ext uri="{BB962C8B-B14F-4D97-AF65-F5344CB8AC3E}">
        <p14:creationId xmlns:p14="http://schemas.microsoft.com/office/powerpoint/2010/main" val="260190718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645160" y="3322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1021080" y="1105408"/>
            <a:ext cx="9992360" cy="5355312"/>
          </a:xfrm>
          <a:prstGeom prst="rect">
            <a:avLst/>
          </a:prstGeom>
          <a:noFill/>
        </p:spPr>
        <p:txBody>
          <a:bodyPr wrap="square" rtlCol="0">
            <a:spAutoFit/>
          </a:bodyPr>
          <a:lstStyle/>
          <a:p>
            <a:pPr marL="342900" indent="-342900">
              <a:buFont typeface="+mj-lt"/>
              <a:buAutoNum type="arabicPeriod"/>
            </a:pPr>
            <a:r>
              <a:rPr lang="en-US" sz="1800" b="1" dirty="0" smtClean="0"/>
              <a:t>Personalized </a:t>
            </a:r>
            <a:r>
              <a:rPr lang="en-US" sz="1800" b="1" dirty="0"/>
              <a:t>AI Fitness Companion:</a:t>
            </a:r>
            <a:r>
              <a:rPr lang="en-US" sz="1800" dirty="0"/>
              <a:t> Goes beyond generic fitness apps by using </a:t>
            </a:r>
            <a:r>
              <a:rPr lang="en-US" sz="1800" b="1" dirty="0"/>
              <a:t>IBM Granite</a:t>
            </a:r>
            <a:r>
              <a:rPr lang="en-US" sz="1800" dirty="0"/>
              <a:t> to generate recommendations based on each user’s individual profile and needs.</a:t>
            </a:r>
          </a:p>
          <a:p>
            <a:pPr marL="342900" indent="-342900">
              <a:buFont typeface="+mj-lt"/>
              <a:buAutoNum type="arabicPeriod"/>
            </a:pPr>
            <a:r>
              <a:rPr lang="en-US" sz="1800" b="1" dirty="0" smtClean="0"/>
              <a:t>Natural-Language </a:t>
            </a:r>
            <a:r>
              <a:rPr lang="en-US" sz="1800" b="1" dirty="0"/>
              <a:t>Fitness Interaction:</a:t>
            </a:r>
            <a:r>
              <a:rPr lang="en-US" sz="1800" dirty="0"/>
              <a:t> Users can simply describe what they need—</a:t>
            </a:r>
            <a:r>
              <a:rPr lang="en-US" sz="1800" i="1" dirty="0"/>
              <a:t>“I only have dumbbells”</a:t>
            </a:r>
            <a:r>
              <a:rPr lang="en-US" sz="1800" dirty="0"/>
              <a:t> or </a:t>
            </a:r>
            <a:r>
              <a:rPr lang="en-US" sz="1800" i="1" dirty="0"/>
              <a:t>“Motivate me today”</a:t>
            </a:r>
            <a:r>
              <a:rPr lang="en-US" sz="1800" dirty="0"/>
              <a:t>—instead of following rigid menus.</a:t>
            </a:r>
          </a:p>
          <a:p>
            <a:pPr marL="342900" indent="-342900">
              <a:buFont typeface="+mj-lt"/>
              <a:buAutoNum type="arabicPeriod"/>
            </a:pPr>
            <a:r>
              <a:rPr lang="en-US" sz="1800" b="1" dirty="0" smtClean="0"/>
              <a:t>One </a:t>
            </a:r>
            <a:r>
              <a:rPr lang="en-US" sz="1800" b="1" dirty="0"/>
              <a:t>AI for Multiple Needs:</a:t>
            </a:r>
            <a:r>
              <a:rPr lang="en-US" sz="1800" dirty="0"/>
              <a:t> Combines </a:t>
            </a:r>
            <a:r>
              <a:rPr lang="en-US" sz="1800" b="1" dirty="0"/>
              <a:t>workouts, nutrition, motivation, and habit building</a:t>
            </a:r>
            <a:r>
              <a:rPr lang="en-US" sz="1800" dirty="0"/>
              <a:t> in a single assistant rather than treating them as separate features.</a:t>
            </a:r>
          </a:p>
          <a:p>
            <a:pPr marL="342900" indent="-342900">
              <a:buFont typeface="+mj-lt"/>
              <a:buAutoNum type="arabicPeriod"/>
            </a:pPr>
            <a:r>
              <a:rPr lang="en-US" sz="1800" b="1" dirty="0" smtClean="0"/>
              <a:t>Dynamic </a:t>
            </a:r>
            <a:r>
              <a:rPr lang="en-US" sz="1800" b="1" dirty="0"/>
              <a:t>Recommendations:</a:t>
            </a:r>
            <a:r>
              <a:rPr lang="en-US" sz="1800" dirty="0"/>
              <a:t> Workout plans adapt to </a:t>
            </a:r>
            <a:r>
              <a:rPr lang="en-US" sz="1800" b="1" dirty="0"/>
              <a:t>available time, equipment, fitness goal, and experience level</a:t>
            </a:r>
            <a:r>
              <a:rPr lang="en-US" sz="1800" dirty="0"/>
              <a:t>, making home fitness more practical.</a:t>
            </a:r>
          </a:p>
          <a:p>
            <a:pPr marL="342900" indent="-342900">
              <a:buFont typeface="+mj-lt"/>
              <a:buAutoNum type="arabicPeriod"/>
            </a:pPr>
            <a:r>
              <a:rPr lang="en-US" sz="1800" b="1" dirty="0" smtClean="0"/>
              <a:t>Action-Oriented </a:t>
            </a:r>
            <a:r>
              <a:rPr lang="en-US" sz="1800" b="1" dirty="0"/>
              <a:t>AI:</a:t>
            </a:r>
            <a:r>
              <a:rPr lang="en-US" sz="1800" dirty="0"/>
              <a:t> Converts conversations into actionable fitness routines, meal suggestions, and daily habits rather than providing information alone.</a:t>
            </a:r>
          </a:p>
          <a:p>
            <a:pPr marL="342900" indent="-342900">
              <a:buFont typeface="+mj-lt"/>
              <a:buAutoNum type="arabicPeriod"/>
            </a:pPr>
            <a:r>
              <a:rPr lang="en-US" sz="1800" b="1" dirty="0" smtClean="0"/>
              <a:t>Habit </a:t>
            </a:r>
            <a:r>
              <a:rPr lang="en-US" sz="1800" b="1" dirty="0"/>
              <a:t>+ AI Integration:</a:t>
            </a:r>
            <a:r>
              <a:rPr lang="en-US" sz="1800" dirty="0"/>
              <a:t> Connects AI-generated guidance with </a:t>
            </a:r>
            <a:r>
              <a:rPr lang="en-US" sz="1800" b="1" dirty="0"/>
              <a:t>streaks, habit checklists, and progress tracking</a:t>
            </a:r>
            <a:r>
              <a:rPr lang="en-US" sz="1800" dirty="0"/>
              <a:t> to encourage long-term consistency.</a:t>
            </a:r>
          </a:p>
          <a:p>
            <a:pPr marL="342900" indent="-342900">
              <a:buFont typeface="+mj-lt"/>
              <a:buAutoNum type="arabicPeriod"/>
            </a:pPr>
            <a:r>
              <a:rPr lang="en-US" sz="1800" b="1" dirty="0" smtClean="0"/>
              <a:t>Responsible </a:t>
            </a:r>
            <a:r>
              <a:rPr lang="en-US" sz="1800" b="1" dirty="0"/>
              <a:t>AI Approach:</a:t>
            </a:r>
            <a:r>
              <a:rPr lang="en-US" sz="1800" dirty="0"/>
              <a:t> Uses structured AI outputs, validation, and safety guidance to provide useful wellness recommendations while avoiding medical diagnosis or treatment </a:t>
            </a:r>
            <a:r>
              <a:rPr lang="en-US" sz="1800" dirty="0" smtClean="0"/>
              <a:t>claims.</a:t>
            </a:r>
          </a:p>
          <a:p>
            <a:endParaRPr lang="en-US" sz="1800" dirty="0"/>
          </a:p>
          <a:p>
            <a:r>
              <a:rPr lang="en-US" sz="1800" b="1" dirty="0" smtClean="0"/>
              <a:t>Fitness </a:t>
            </a:r>
            <a:r>
              <a:rPr lang="en-US" sz="1800" b="1" dirty="0"/>
              <a:t>Buddy combines conversational AI, personalized fitness planning, nutrition guidance, and habit formation into one lightweight home-fitness companion powered by IBM Granite</a:t>
            </a:r>
            <a:r>
              <a:rPr lang="en-US" sz="1800" b="1" dirty="0" smtClean="0"/>
              <a:t>.</a:t>
            </a:r>
            <a:endParaRPr lang="en-US" sz="1800" dirty="0"/>
          </a:p>
        </p:txBody>
      </p:sp>
    </p:spTree>
    <p:extLst>
      <p:ext uri="{BB962C8B-B14F-4D97-AF65-F5344CB8AC3E}">
        <p14:creationId xmlns:p14="http://schemas.microsoft.com/office/powerpoint/2010/main" val="232528227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smtClean="0">
                <a:solidFill>
                  <a:srgbClr val="2B3541"/>
                </a:solidFill>
                <a:latin typeface="Times New Roman"/>
                <a:ea typeface="Times New Roman"/>
                <a:cs typeface="Times New Roman"/>
                <a:sym typeface="Times New Roman"/>
              </a:rPr>
              <a:t>The </a:t>
            </a:r>
            <a:r>
              <a:rPr lang="en-US" sz="1850" dirty="0">
                <a:solidFill>
                  <a:srgbClr val="2B3541"/>
                </a:solidFill>
                <a:latin typeface="Times New Roman"/>
                <a:ea typeface="Times New Roman"/>
                <a:cs typeface="Times New Roman"/>
                <a:sym typeface="Times New Roman"/>
              </a:rPr>
              <a:t>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 </a:t>
            </a:r>
            <a:r>
              <a:rPr lang="en-US" sz="1850" dirty="0">
                <a:solidFill>
                  <a:srgbClr val="2B3541"/>
                </a:solidFill>
                <a:latin typeface="Times New Roman"/>
                <a:ea typeface="Times New Roman"/>
                <a:cs typeface="Times New Roman"/>
                <a:sym typeface="Times New Roman"/>
                <a:hlinkClick r:id="rId3"/>
              </a:rPr>
              <a:t>https://</a:t>
            </a:r>
            <a:r>
              <a:rPr lang="en-US" sz="1850" dirty="0" smtClean="0">
                <a:solidFill>
                  <a:srgbClr val="2B3541"/>
                </a:solidFill>
                <a:latin typeface="Times New Roman"/>
                <a:ea typeface="Times New Roman"/>
                <a:cs typeface="Times New Roman"/>
                <a:sym typeface="Times New Roman"/>
                <a:hlinkClick r:id="rId3"/>
              </a:rPr>
              <a:t>github.com/Arnab-13/IBM_SkillsBuild_AICTE_Internship</a:t>
            </a:r>
            <a:r>
              <a:rPr lang="en-US" sz="1850" dirty="0" smtClean="0">
                <a:solidFill>
                  <a:srgbClr val="2B3541"/>
                </a:solidFill>
                <a:latin typeface="Times New Roman"/>
                <a:ea typeface="Times New Roman"/>
                <a:cs typeface="Times New Roman"/>
                <a:sym typeface="Times New Roman"/>
              </a:rPr>
              <a:t/>
            </a:r>
            <a:br>
              <a:rPr lang="en-US" sz="1850" dirty="0" smtClean="0">
                <a:solidFill>
                  <a:srgbClr val="2B3541"/>
                </a:solidFill>
                <a:latin typeface="Times New Roman"/>
                <a:ea typeface="Times New Roman"/>
                <a:cs typeface="Times New Roman"/>
                <a:sym typeface="Times New Roman"/>
              </a:rPr>
            </a:br>
            <a:endParaRPr lang="en-US" sz="1850" dirty="0">
              <a:solidFill>
                <a:srgbClr val="2B3541"/>
              </a:solidFill>
              <a:latin typeface="+mn-lt"/>
              <a:ea typeface="Times New Roman"/>
              <a:cs typeface="Times New Roman"/>
              <a:sym typeface="Times New Roman"/>
            </a:endParaRPr>
          </a:p>
          <a:p>
            <a:pPr lvl="0" defTabSz="914400" eaLnBrk="0" fontAlgn="base" hangingPunct="0">
              <a:spcBef>
                <a:spcPct val="0"/>
              </a:spcBef>
              <a:spcAft>
                <a:spcPct val="0"/>
              </a:spcAft>
            </a:pPr>
            <a:r>
              <a:rPr lang="en-US" altLang="en-US" sz="2000" b="1" dirty="0">
                <a:latin typeface="+mn-lt"/>
              </a:rPr>
              <a:t>Repository Contents:</a:t>
            </a:r>
            <a:endParaRPr lang="en-US" altLang="en-US" sz="2000" dirty="0">
              <a:latin typeface="+mn-lt"/>
            </a:endParaRPr>
          </a:p>
          <a:p>
            <a:pPr marL="342900" indent="-342900">
              <a:buFont typeface="Arial" panose="020B0604020202020204" pitchFamily="34" charset="0"/>
              <a:buChar char="•"/>
            </a:pPr>
            <a:r>
              <a:rPr lang="en-US" sz="2000" dirty="0"/>
              <a:t>Fitness-buddy (AI-Powered Personal Fitness Companion</a:t>
            </a:r>
            <a:r>
              <a:rPr lang="en-US" sz="2000" dirty="0" smtClean="0"/>
              <a:t>)[project folder]</a:t>
            </a:r>
            <a:endParaRPr lang="en-IN" sz="2000" dirty="0">
              <a:highlight>
                <a:srgbClr val="FFFF00"/>
              </a:highlight>
            </a:endParaRPr>
          </a:p>
          <a:p>
            <a:pPr marL="342900" lvl="1" indent="-342900" defTabSz="914400" eaLnBrk="0" fontAlgn="base" hangingPunct="0">
              <a:spcBef>
                <a:spcPct val="0"/>
              </a:spcBef>
              <a:spcAft>
                <a:spcPct val="0"/>
              </a:spcAft>
              <a:buFont typeface="Arial" panose="020B0604020202020204" pitchFamily="34" charset="0"/>
              <a:buChar char="•"/>
            </a:pPr>
            <a:r>
              <a:rPr lang="en-US" altLang="en-US" sz="2000" dirty="0" err="1" smtClean="0">
                <a:latin typeface="+mn-lt"/>
              </a:rPr>
              <a:t>Problem_statement</a:t>
            </a:r>
            <a:r>
              <a:rPr lang="en-US" altLang="en-US" sz="2000" dirty="0" smtClean="0">
                <a:latin typeface="+mn-lt"/>
              </a:rPr>
              <a:t> No</a:t>
            </a:r>
            <a:r>
              <a:rPr lang="en-US" altLang="en-US" sz="2000" dirty="0">
                <a:latin typeface="+mn-lt"/>
              </a:rPr>
              <a:t>.-</a:t>
            </a:r>
            <a:r>
              <a:rPr lang="en-US" altLang="en-US" sz="2000" dirty="0" smtClean="0">
                <a:latin typeface="+mn-lt"/>
              </a:rPr>
              <a:t>13 Fitness Buddy.pdf </a:t>
            </a:r>
            <a:r>
              <a:rPr lang="en-US" altLang="en-US" sz="2000" dirty="0">
                <a:latin typeface="+mn-lt"/>
              </a:rPr>
              <a:t>[</a:t>
            </a:r>
            <a:r>
              <a:rPr lang="en-US" altLang="en-US" sz="2000" dirty="0" err="1" smtClean="0">
                <a:latin typeface="+mn-lt"/>
              </a:rPr>
              <a:t>p</a:t>
            </a:r>
            <a:r>
              <a:rPr lang="en-US" altLang="en-US" sz="2000" dirty="0" err="1" smtClean="0">
                <a:latin typeface="+mn-lt"/>
              </a:rPr>
              <a:t>fd</a:t>
            </a:r>
            <a:r>
              <a:rPr lang="en-US" altLang="en-US" sz="2000" dirty="0">
                <a:latin typeface="+mn-lt"/>
              </a:rPr>
              <a:t>]</a:t>
            </a:r>
            <a:endParaRPr lang="en-US" altLang="en-US" sz="2000" dirty="0">
              <a:latin typeface="+mn-lt"/>
            </a:endParaRPr>
          </a:p>
          <a:p>
            <a:pPr marL="342900" lvl="1" indent="-342900" defTabSz="914400" eaLnBrk="0" fontAlgn="base" hangingPunct="0">
              <a:spcBef>
                <a:spcPct val="0"/>
              </a:spcBef>
              <a:spcAft>
                <a:spcPct val="0"/>
              </a:spcAft>
              <a:buFont typeface="Arial" panose="020B0604020202020204" pitchFamily="34" charset="0"/>
              <a:buChar char="•"/>
            </a:pPr>
            <a:r>
              <a:rPr lang="en-US" altLang="en-US" sz="2000" dirty="0" smtClean="0">
                <a:latin typeface="+mn-lt"/>
              </a:rPr>
              <a:t>AICTE_IBM_BOB_Project_Submission.pptx </a:t>
            </a:r>
            <a:r>
              <a:rPr lang="en-US" altLang="en-US" sz="2000" dirty="0">
                <a:latin typeface="+mn-lt"/>
              </a:rPr>
              <a:t>[</a:t>
            </a:r>
            <a:r>
              <a:rPr lang="en-US" altLang="en-US" sz="2000" dirty="0" smtClean="0">
                <a:latin typeface="+mn-lt"/>
              </a:rPr>
              <a:t>Presentation Deck] </a:t>
            </a:r>
            <a:endParaRPr lang="en-US" altLang="en-US" sz="2000" dirty="0">
              <a:latin typeface="+mn-lt"/>
            </a:endParaRPr>
          </a:p>
          <a:p>
            <a:pPr marL="342900" lvl="1" indent="-342900" defTabSz="914400" eaLnBrk="0" fontAlgn="base" hangingPunct="0">
              <a:spcBef>
                <a:spcPct val="0"/>
              </a:spcBef>
              <a:spcAft>
                <a:spcPct val="0"/>
              </a:spcAft>
              <a:buFont typeface="Arial" panose="020B0604020202020204" pitchFamily="34" charset="0"/>
              <a:buChar char="•"/>
            </a:pPr>
            <a:r>
              <a:rPr lang="en-US" altLang="en-US" sz="2000" dirty="0">
                <a:latin typeface="+mn-lt"/>
              </a:rPr>
              <a:t>README.md </a:t>
            </a:r>
            <a:r>
              <a:rPr lang="en-US" altLang="en-US" sz="2000" dirty="0">
                <a:latin typeface="+mn-lt"/>
              </a:rPr>
              <a:t>[</a:t>
            </a:r>
            <a:r>
              <a:rPr lang="en-US" altLang="en-US" sz="2000" dirty="0" smtClean="0">
                <a:latin typeface="+mn-lt"/>
              </a:rPr>
              <a:t>For </a:t>
            </a:r>
            <a:r>
              <a:rPr lang="en-US" altLang="en-US" sz="2000" dirty="0" smtClean="0">
                <a:latin typeface="+mn-lt"/>
              </a:rPr>
              <a:t>Documentation(understanding)</a:t>
            </a:r>
            <a:r>
              <a:rPr lang="en-US" altLang="en-US" sz="2000" dirty="0" smtClean="0">
                <a:latin typeface="+mn-lt"/>
              </a:rPr>
              <a:t>]</a:t>
            </a:r>
            <a:endParaRPr lang="en-US" altLang="en-US" sz="2000" dirty="0">
              <a:latin typeface="+mn-lt"/>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710724" y="151528"/>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842804" y="855545"/>
            <a:ext cx="10770076" cy="5788685"/>
          </a:xfrm>
          <a:prstGeom prst="rect">
            <a:avLst/>
          </a:prstGeom>
          <a:noFill/>
          <a:ln>
            <a:noFill/>
          </a:ln>
        </p:spPr>
        <p:txBody>
          <a:bodyPr spcFirstLastPara="1" wrap="square" lIns="0" tIns="0" rIns="0" bIns="0" anchor="t" anchorCtr="0">
            <a:noAutofit/>
          </a:bodyPr>
          <a:lstStyle/>
          <a:p>
            <a:r>
              <a:rPr lang="en-US" sz="1800" b="1" dirty="0" smtClean="0"/>
              <a:t>1. </a:t>
            </a:r>
            <a:r>
              <a:rPr lang="en-US" sz="1800" b="1" dirty="0"/>
              <a:t>Integration with Wearables &amp; Health Devices</a:t>
            </a:r>
          </a:p>
          <a:p>
            <a:r>
              <a:rPr lang="en-US" sz="1800" dirty="0"/>
              <a:t>The system can be integrated with </a:t>
            </a:r>
            <a:r>
              <a:rPr lang="en-US" sz="1800" b="1" dirty="0"/>
              <a:t>smartwatches and fitness trackers</a:t>
            </a:r>
            <a:r>
              <a:rPr lang="en-US" sz="1800" dirty="0"/>
              <a:t> to collect real-time data such as steps, calories burned, heart rate, and sleep patterns. This will enable Fitness Buddy to provide </a:t>
            </a:r>
            <a:r>
              <a:rPr lang="en-US" sz="1800" b="1" dirty="0"/>
              <a:t>more accurate and dynamic workout, nutrition, and habit recommendations</a:t>
            </a:r>
            <a:r>
              <a:rPr lang="en-US" sz="1800" dirty="0"/>
              <a:t> based on actual user activity</a:t>
            </a:r>
            <a:r>
              <a:rPr lang="en-US" sz="1800" dirty="0" smtClean="0"/>
              <a:t>.</a:t>
            </a:r>
          </a:p>
          <a:p>
            <a:endParaRPr lang="en-US" sz="1800" dirty="0"/>
          </a:p>
          <a:p>
            <a:r>
              <a:rPr lang="en-US" sz="1800" b="1" dirty="0"/>
              <a:t>2. AI-Powered Voice Assistant &amp; Multilingual Support</a:t>
            </a:r>
          </a:p>
          <a:p>
            <a:r>
              <a:rPr lang="en-US" sz="1800" dirty="0"/>
              <a:t>A </a:t>
            </a:r>
            <a:r>
              <a:rPr lang="en-US" sz="1800" b="1" dirty="0"/>
              <a:t>voice-enabled AI assistant</a:t>
            </a:r>
            <a:r>
              <a:rPr lang="en-US" sz="1800" dirty="0"/>
              <a:t> with multilingual capabilities can make Fitness Buddy more accessible and inclusive. Users will be able to interact naturally through voice and receive fitness guidance in their </a:t>
            </a:r>
            <a:r>
              <a:rPr lang="en-US" sz="1800" b="1" dirty="0"/>
              <a:t>preferred language</a:t>
            </a:r>
            <a:r>
              <a:rPr lang="en-US" sz="1800" dirty="0"/>
              <a:t>, supporting diverse users and regional populations</a:t>
            </a:r>
            <a:r>
              <a:rPr lang="en-US" sz="1800" dirty="0" smtClean="0"/>
              <a:t>.</a:t>
            </a:r>
          </a:p>
          <a:p>
            <a:endParaRPr lang="en-US" sz="1800" dirty="0"/>
          </a:p>
          <a:p>
            <a:r>
              <a:rPr lang="en-US" sz="1800" b="1" dirty="0"/>
              <a:t>3. Adaptive &amp; Predictive Fitness Planning</a:t>
            </a:r>
          </a:p>
          <a:p>
            <a:r>
              <a:rPr lang="en-US" sz="1800" dirty="0"/>
              <a:t>Future versions can analyze </a:t>
            </a:r>
            <a:r>
              <a:rPr lang="en-US" sz="1800" b="1" dirty="0"/>
              <a:t>workout history, progress, habits, and user feedback</a:t>
            </a:r>
            <a:r>
              <a:rPr lang="en-US" sz="1800" dirty="0"/>
              <a:t> to automatically adapt fitness plans. The AI could proactively suggest changes to workout intensity, routines, and daily goals to improve consistency and personalization</a:t>
            </a:r>
            <a:r>
              <a:rPr lang="en-US" sz="1800" dirty="0" smtClean="0"/>
              <a:t>.</a:t>
            </a:r>
          </a:p>
          <a:p>
            <a:endParaRPr lang="en-US" sz="1800" dirty="0"/>
          </a:p>
          <a:p>
            <a:r>
              <a:rPr lang="en-US" sz="1800" b="1" dirty="0"/>
              <a:t>4. Advanced Progress Analytics &amp; Smart Recommendations</a:t>
            </a:r>
          </a:p>
          <a:p>
            <a:r>
              <a:rPr lang="en-US" sz="1800" dirty="0"/>
              <a:t>The platform can introduce </a:t>
            </a:r>
            <a:r>
              <a:rPr lang="en-US" sz="1800" b="1" dirty="0"/>
              <a:t>weekly/monthly fitness reports, goal tracking, progress visualization, and personalized insights</a:t>
            </a:r>
            <a:r>
              <a:rPr lang="en-US" sz="1800" dirty="0"/>
              <a:t>. By combining historical data with IBM Granite, Fitness Buddy could identify patterns and provide more meaningful recommendations.</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114531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 </a:t>
            </a:r>
            <a:r>
              <a:rPr lang="en-US" sz="2400" b="1" dirty="0" err="1"/>
              <a:t>C</a:t>
            </a:r>
            <a:r>
              <a:rPr lang="en-US" sz="2400" b="1" dirty="0" err="1" smtClean="0"/>
              <a:t>redly</a:t>
            </a:r>
            <a:r>
              <a:rPr lang="en-US" sz="2400" b="1" dirty="0" smtClean="0"/>
              <a:t> </a:t>
            </a:r>
            <a:r>
              <a:rPr lang="en-US" sz="2400" b="1" dirty="0"/>
              <a:t>certificate(Getting Started with Artificial Intelligence)  </a:t>
            </a:r>
          </a:p>
        </p:txBody>
      </p:sp>
      <p:pic>
        <p:nvPicPr>
          <p:cNvPr id="2" name="Picture 1"/>
          <p:cNvPicPr>
            <a:picLocks noChangeAspect="1"/>
          </p:cNvPicPr>
          <p:nvPr/>
        </p:nvPicPr>
        <p:blipFill>
          <a:blip r:embed="rId2"/>
          <a:stretch>
            <a:fillRect/>
          </a:stretch>
        </p:blipFill>
        <p:spPr>
          <a:xfrm>
            <a:off x="2290266" y="1367169"/>
            <a:ext cx="6940907" cy="5162815"/>
          </a:xfrm>
          <a:prstGeom prst="rect">
            <a:avLst/>
          </a:prstGeom>
        </p:spPr>
      </p:pic>
    </p:spTree>
    <p:extLst>
      <p:ext uri="{BB962C8B-B14F-4D97-AF65-F5344CB8AC3E}">
        <p14:creationId xmlns:p14="http://schemas.microsoft.com/office/powerpoint/2010/main" val="283348271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3546837"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smtClean="0"/>
              <a:t> </a:t>
            </a:r>
            <a:r>
              <a:rPr lang="en-US" sz="2000" b="1" dirty="0"/>
              <a:t>IBM BOB Certificate</a:t>
            </a:r>
          </a:p>
        </p:txBody>
      </p:sp>
      <p:pic>
        <p:nvPicPr>
          <p:cNvPr id="2" name="Picture 1"/>
          <p:cNvPicPr>
            <a:picLocks noChangeAspect="1"/>
          </p:cNvPicPr>
          <p:nvPr/>
        </p:nvPicPr>
        <p:blipFill>
          <a:blip r:embed="rId2"/>
          <a:stretch>
            <a:fillRect/>
          </a:stretch>
        </p:blipFill>
        <p:spPr>
          <a:xfrm>
            <a:off x="2270261" y="1313056"/>
            <a:ext cx="7334627" cy="4800847"/>
          </a:xfrm>
          <a:prstGeom prst="rect">
            <a:avLst/>
          </a:prstGeom>
        </p:spPr>
      </p:pic>
    </p:spTree>
    <p:extLst>
      <p:ext uri="{BB962C8B-B14F-4D97-AF65-F5344CB8AC3E}">
        <p14:creationId xmlns:p14="http://schemas.microsoft.com/office/powerpoint/2010/main" val="417517770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270</TotalTime>
  <Words>474</Words>
  <Application>Microsoft Office PowerPoint</Application>
  <PresentationFormat>Widescreen</PresentationFormat>
  <Paragraphs>138</Paragraphs>
  <Slides>20</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asus</cp:lastModifiedBy>
  <cp:revision>20</cp:revision>
  <dcterms:created xsi:type="dcterms:W3CDTF">2025-07-08T05:06:56Z</dcterms:created>
  <dcterms:modified xsi:type="dcterms:W3CDTF">2026-09-07T14:48:47Z</dcterms:modified>
</cp:coreProperties>
</file>